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28"/>
  </p:notesMasterIdLst>
  <p:handoutMasterIdLst>
    <p:handoutMasterId r:id="rId29"/>
  </p:handoutMasterIdLst>
  <p:sldIdLst>
    <p:sldId id="257" r:id="rId2"/>
    <p:sldId id="294" r:id="rId3"/>
    <p:sldId id="295" r:id="rId4"/>
    <p:sldId id="297" r:id="rId5"/>
    <p:sldId id="296" r:id="rId6"/>
    <p:sldId id="298" r:id="rId7"/>
    <p:sldId id="299" r:id="rId8"/>
    <p:sldId id="300" r:id="rId9"/>
    <p:sldId id="301" r:id="rId10"/>
    <p:sldId id="302" r:id="rId11"/>
    <p:sldId id="303" r:id="rId12"/>
    <p:sldId id="304" r:id="rId13"/>
    <p:sldId id="305" r:id="rId14"/>
    <p:sldId id="306" r:id="rId15"/>
    <p:sldId id="307" r:id="rId16"/>
    <p:sldId id="308" r:id="rId17"/>
    <p:sldId id="309" r:id="rId18"/>
    <p:sldId id="310" r:id="rId19"/>
    <p:sldId id="311" r:id="rId20"/>
    <p:sldId id="312" r:id="rId21"/>
    <p:sldId id="313" r:id="rId22"/>
    <p:sldId id="314" r:id="rId23"/>
    <p:sldId id="315" r:id="rId24"/>
    <p:sldId id="316" r:id="rId25"/>
    <p:sldId id="317" r:id="rId26"/>
    <p:sldId id="318" r:id="rId27"/>
  </p:sldIdLst>
  <p:sldSz cx="12192000" cy="6858000"/>
  <p:notesSz cx="6858000" cy="9144000"/>
  <p:defaultTextStyle>
    <a:defPPr rtl="0"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7296" userDrawn="1">
          <p15:clr>
            <a:srgbClr val="A4A3A4"/>
          </p15:clr>
        </p15:guide>
        <p15:guide id="4" orient="horz" pos="412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89911" autoAdjust="0"/>
  </p:normalViewPr>
  <p:slideViewPr>
    <p:cSldViewPr snapToGrid="0">
      <p:cViewPr varScale="1">
        <p:scale>
          <a:sx n="87" d="100"/>
          <a:sy n="87" d="100"/>
        </p:scale>
        <p:origin x="480" y="58"/>
      </p:cViewPr>
      <p:guideLst>
        <p:guide orient="horz" pos="2160"/>
        <p:guide pos="3840"/>
        <p:guide pos="7296"/>
        <p:guide orient="horz" pos="412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93" d="100"/>
          <a:sy n="93" d="100"/>
        </p:scale>
        <p:origin x="2874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tr-TR" dirty="0"/>
          </a:p>
        </p:txBody>
      </p:sp>
      <p:sp>
        <p:nvSpPr>
          <p:cNvPr id="3" name="Tarih Yer Tutucusu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1FC8FC1-A1A8-42CB-96AC-83684F0DF578}" type="datetime1">
              <a:rPr lang="tr-TR" smtClean="0"/>
              <a:t>17.10.2024</a:t>
            </a:fld>
            <a:endParaRPr lang="tr-TR" dirty="0"/>
          </a:p>
        </p:txBody>
      </p:sp>
      <p:sp>
        <p:nvSpPr>
          <p:cNvPr id="4" name="Alt Bilgi Yer Tutucusu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tr-TR" dirty="0"/>
          </a:p>
        </p:txBody>
      </p:sp>
      <p:sp>
        <p:nvSpPr>
          <p:cNvPr id="5" name="Slayt Numarası Yer Tutucusu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64E50CC-F33A-4EF4-9F12-93EC4A21A0CF}" type="slidenum">
              <a:rPr lang="tr-TR" smtClean="0"/>
              <a:t>‹#›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32329507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tr-TR" noProof="0" dirty="0"/>
          </a:p>
        </p:txBody>
      </p:sp>
      <p:sp>
        <p:nvSpPr>
          <p:cNvPr id="3" name="Tarih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E0653A-FB33-4975-A611-5D53C5C337D6}" type="datetime1">
              <a:rPr lang="tr-TR" smtClean="0"/>
              <a:pPr/>
              <a:t>17.10.2024</a:t>
            </a:fld>
            <a:endParaRPr lang="tr-TR" dirty="0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tr-TR" noProof="0" dirty="0"/>
          </a:p>
        </p:txBody>
      </p:sp>
      <p:sp>
        <p:nvSpPr>
          <p:cNvPr id="5" name="Notlar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tr-TR" noProof="0" dirty="0"/>
              <a:t>Asıl metin stillerini düzenlemek için tıklayın</a:t>
            </a:r>
          </a:p>
          <a:p>
            <a:pPr lvl="1" rtl="0"/>
            <a:r>
              <a:rPr lang="tr-TR" noProof="0" dirty="0"/>
              <a:t>İkinci düzey</a:t>
            </a:r>
          </a:p>
          <a:p>
            <a:pPr lvl="2" rtl="0"/>
            <a:r>
              <a:rPr lang="tr-TR" noProof="0" dirty="0"/>
              <a:t>Üçüncü düzey</a:t>
            </a:r>
          </a:p>
          <a:p>
            <a:pPr lvl="3" rtl="0"/>
            <a:r>
              <a:rPr lang="tr-TR" noProof="0" dirty="0"/>
              <a:t>Dördüncü düzey</a:t>
            </a:r>
          </a:p>
          <a:p>
            <a:pPr lvl="4" rtl="0"/>
            <a:r>
              <a:rPr lang="tr-TR" noProof="0" dirty="0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tr-TR" noProof="0" dirty="0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2674CE4-FBD8-4481-AEFB-CA53E599A745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12732681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32674CE4-FBD8-4481-AEFB-CA53E599A745}" type="slidenum">
              <a:rPr lang="tr-TR" smtClean="0"/>
              <a:t>1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147974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2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6932850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3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4378456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4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4009043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5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6239623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6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2285766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7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7036909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8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41934532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9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8383474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10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8836373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11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9901081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12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2253743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13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1551763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14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8774548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15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2625147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16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2975560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17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7540721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18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6987423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19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7251030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20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42728125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21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8835498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22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8059185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23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441335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24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00147535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25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21807722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26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9970803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ikdörtgen 18"/>
          <p:cNvSpPr/>
          <p:nvPr/>
        </p:nvSpPr>
        <p:spPr>
          <a:xfrm>
            <a:off x="0" y="0"/>
            <a:ext cx="12192000" cy="3701700"/>
          </a:xfrm>
          <a:prstGeom prst="rect">
            <a:avLst/>
          </a:prstGeom>
          <a:solidFill>
            <a:schemeClr val="tx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23" name="Dikdörtgen 22"/>
          <p:cNvSpPr/>
          <p:nvPr/>
        </p:nvSpPr>
        <p:spPr>
          <a:xfrm flipV="1">
            <a:off x="7213577" y="3810001"/>
            <a:ext cx="4978425" cy="9108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24" name="Dikdörtgen 23"/>
          <p:cNvSpPr/>
          <p:nvPr/>
        </p:nvSpPr>
        <p:spPr>
          <a:xfrm flipV="1">
            <a:off x="7213601" y="3897010"/>
            <a:ext cx="4978401" cy="192024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25" name="Dikdörtgen 24"/>
          <p:cNvSpPr/>
          <p:nvPr/>
        </p:nvSpPr>
        <p:spPr>
          <a:xfrm flipV="1">
            <a:off x="7213601" y="4115167"/>
            <a:ext cx="4978401" cy="9144"/>
          </a:xfrm>
          <a:prstGeom prst="rect">
            <a:avLst/>
          </a:prstGeom>
          <a:solidFill>
            <a:schemeClr val="accent2">
              <a:alpha val="6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26" name="Dikdörtgen 25"/>
          <p:cNvSpPr/>
          <p:nvPr/>
        </p:nvSpPr>
        <p:spPr>
          <a:xfrm flipV="1">
            <a:off x="7213600" y="4164403"/>
            <a:ext cx="2621280" cy="18288"/>
          </a:xfrm>
          <a:prstGeom prst="rect">
            <a:avLst/>
          </a:prstGeom>
          <a:solidFill>
            <a:schemeClr val="accent2">
              <a:alpha val="6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27" name="Dikdörtgen 26"/>
          <p:cNvSpPr/>
          <p:nvPr/>
        </p:nvSpPr>
        <p:spPr>
          <a:xfrm flipV="1">
            <a:off x="7213600" y="4199572"/>
            <a:ext cx="2621280" cy="9144"/>
          </a:xfrm>
          <a:prstGeom prst="rect">
            <a:avLst/>
          </a:prstGeom>
          <a:solidFill>
            <a:schemeClr val="accent2">
              <a:alpha val="6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 useBgFill="1">
        <p:nvSpPr>
          <p:cNvPr id="30" name="Yuvarlatılmış Dikdörtgen 29"/>
          <p:cNvSpPr/>
          <p:nvPr/>
        </p:nvSpPr>
        <p:spPr bwMode="white">
          <a:xfrm>
            <a:off x="7213600" y="3962400"/>
            <a:ext cx="4084320" cy="27432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 useBgFill="1">
        <p:nvSpPr>
          <p:cNvPr id="31" name="Yuvarlatılmış Dikdörtgen 30"/>
          <p:cNvSpPr/>
          <p:nvPr/>
        </p:nvSpPr>
        <p:spPr bwMode="white">
          <a:xfrm>
            <a:off x="9835343" y="4060983"/>
            <a:ext cx="2133600" cy="36576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7" name="Dikdörtgen 6"/>
          <p:cNvSpPr/>
          <p:nvPr/>
        </p:nvSpPr>
        <p:spPr>
          <a:xfrm>
            <a:off x="1" y="3649662"/>
            <a:ext cx="12192000" cy="244170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10" name="Dikdörtgen 9"/>
          <p:cNvSpPr/>
          <p:nvPr/>
        </p:nvSpPr>
        <p:spPr>
          <a:xfrm>
            <a:off x="1" y="3675528"/>
            <a:ext cx="12192001" cy="14067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11" name="Dikdörtgen 10"/>
          <p:cNvSpPr/>
          <p:nvPr/>
        </p:nvSpPr>
        <p:spPr>
          <a:xfrm flipV="1">
            <a:off x="8552068" y="3643090"/>
            <a:ext cx="3639933" cy="248432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8" name="Başlık 7"/>
          <p:cNvSpPr>
            <a:spLocks noGrp="1"/>
          </p:cNvSpPr>
          <p:nvPr>
            <p:ph type="ctrTitle"/>
          </p:nvPr>
        </p:nvSpPr>
        <p:spPr>
          <a:xfrm>
            <a:off x="609600" y="2389009"/>
            <a:ext cx="11277600" cy="1470025"/>
          </a:xfrm>
        </p:spPr>
        <p:txBody>
          <a:bodyPr rtlCol="0" anchor="b"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pPr rtl="0"/>
            <a:r>
              <a:rPr lang="tr-TR" noProof="0" smtClean="0"/>
              <a:t>Asıl başlık stili için tıklatın</a:t>
            </a:r>
            <a:endParaRPr lang="tr-TR" noProof="0" dirty="0"/>
          </a:p>
        </p:txBody>
      </p:sp>
      <p:sp>
        <p:nvSpPr>
          <p:cNvPr id="9" name="Alt Başlık 8"/>
          <p:cNvSpPr>
            <a:spLocks noGrp="1"/>
          </p:cNvSpPr>
          <p:nvPr>
            <p:ph type="subTitle" idx="1"/>
          </p:nvPr>
        </p:nvSpPr>
        <p:spPr>
          <a:xfrm>
            <a:off x="609600" y="3899938"/>
            <a:ext cx="6604000" cy="1752600"/>
          </a:xfrm>
        </p:spPr>
        <p:txBody>
          <a:bodyPr rtlCol="0"/>
          <a:lstStyle>
            <a:lvl1pPr marL="64008" indent="0" algn="l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pPr rtl="0"/>
            <a:r>
              <a:rPr lang="tr-TR" noProof="0" smtClean="0"/>
              <a:t>Asıl alt başlık stilini düzenlemek için tıklayın</a:t>
            </a:r>
            <a:endParaRPr lang="tr-TR" noProof="0" dirty="0"/>
          </a:p>
        </p:txBody>
      </p:sp>
      <p:sp>
        <p:nvSpPr>
          <p:cNvPr id="17" name="Alt Bilgi Yer Tutucusu 16"/>
          <p:cNvSpPr>
            <a:spLocks noGrp="1"/>
          </p:cNvSpPr>
          <p:nvPr>
            <p:ph type="ftr" sz="quarter" idx="11"/>
          </p:nvPr>
        </p:nvSpPr>
        <p:spPr>
          <a:xfrm>
            <a:off x="7265116" y="4205288"/>
            <a:ext cx="1727200" cy="457200"/>
          </a:xfrm>
        </p:spPr>
        <p:txBody>
          <a:bodyPr rtlCol="0"/>
          <a:lstStyle>
            <a:lvl1pPr>
              <a:defRPr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pPr rtl="0"/>
            <a:r>
              <a:rPr lang="tr-TR" noProof="0" dirty="0"/>
              <a:t>Alt bilgi ekleme</a:t>
            </a:r>
          </a:p>
        </p:txBody>
      </p:sp>
      <p:sp>
        <p:nvSpPr>
          <p:cNvPr id="28" name="Tarih Yer Tutucusu 27"/>
          <p:cNvSpPr>
            <a:spLocks noGrp="1"/>
          </p:cNvSpPr>
          <p:nvPr>
            <p:ph type="dt" sz="half" idx="10"/>
          </p:nvPr>
        </p:nvSpPr>
        <p:spPr>
          <a:xfrm>
            <a:off x="9043832" y="4206240"/>
            <a:ext cx="1280160" cy="457200"/>
          </a:xfrm>
        </p:spPr>
        <p:txBody>
          <a:bodyPr rtlCol="0"/>
          <a:lstStyle>
            <a:lvl1pPr>
              <a:defRPr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fld id="{E8609038-EC1C-40A6-91EB-4A3D73CE9547}" type="datetime1">
              <a:rPr lang="tr-TR" smtClean="0"/>
              <a:pPr/>
              <a:t>17.10.2024</a:t>
            </a:fld>
            <a:endParaRPr lang="tr-TR" dirty="0"/>
          </a:p>
        </p:txBody>
      </p:sp>
      <p:sp>
        <p:nvSpPr>
          <p:cNvPr id="29" name="Slayt Numarası Yer Tutucusu 28"/>
          <p:cNvSpPr>
            <a:spLocks noGrp="1"/>
          </p:cNvSpPr>
          <p:nvPr>
            <p:ph type="sldNum" sz="quarter" idx="12"/>
          </p:nvPr>
        </p:nvSpPr>
        <p:spPr>
          <a:xfrm>
            <a:off x="11093451" y="1136"/>
            <a:ext cx="996949" cy="365760"/>
          </a:xfrm>
        </p:spPr>
        <p:txBody>
          <a:bodyPr rtlCol="0"/>
          <a:lstStyle>
            <a:lvl1pPr algn="r">
              <a:defRPr sz="1800">
                <a:solidFill>
                  <a:schemeClr val="bg1"/>
                </a:solidFill>
              </a:defRPr>
            </a:lvl1pPr>
          </a:lstStyle>
          <a:p>
            <a:pPr rtl="0"/>
            <a:fld id="{401CF334-2D5C-4859-84A6-CA7E6E43FAEB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3601152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noProof="0" smtClean="0"/>
              <a:t>Asıl başlık stili için tıklatın</a:t>
            </a:r>
            <a:endParaRPr lang="tr-TR" noProof="0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1pPr>
              <a:defRPr/>
            </a:lvl1pPr>
            <a:lvl5pPr>
              <a:defRPr/>
            </a:lvl5pPr>
            <a:lvl6pPr>
              <a:defRPr/>
            </a:lvl6pPr>
          </a:lstStyle>
          <a:p>
            <a:pPr lvl="0" rtl="0" eaLnBrk="1" latinLnBrk="0" hangingPunct="1"/>
            <a:r>
              <a:rPr lang="tr-TR" noProof="0" smtClean="0"/>
              <a:t>Asıl metin stillerini düzenle</a:t>
            </a:r>
          </a:p>
          <a:p>
            <a:pPr lvl="1" rtl="0" eaLnBrk="1" latinLnBrk="0" hangingPunct="1"/>
            <a:r>
              <a:rPr lang="tr-TR" noProof="0" smtClean="0"/>
              <a:t>İkinci düzey</a:t>
            </a:r>
          </a:p>
          <a:p>
            <a:pPr lvl="2" rtl="0" eaLnBrk="1" latinLnBrk="0" hangingPunct="1"/>
            <a:r>
              <a:rPr lang="tr-TR" noProof="0" smtClean="0"/>
              <a:t>Üçüncü düzey</a:t>
            </a:r>
          </a:p>
          <a:p>
            <a:pPr lvl="3" rtl="0" eaLnBrk="1" latinLnBrk="0" hangingPunct="1"/>
            <a:r>
              <a:rPr lang="tr-TR" noProof="0" smtClean="0"/>
              <a:t>Dördüncü düzey</a:t>
            </a:r>
          </a:p>
          <a:p>
            <a:pPr lvl="4" rtl="0" eaLnBrk="1" latinLnBrk="0" hangingPunct="1"/>
            <a:r>
              <a:rPr lang="tr-TR" noProof="0" smtClean="0"/>
              <a:t>Beşinci düzey</a:t>
            </a:r>
            <a:endParaRPr kumimoji="0" lang="tr-TR" noProof="0" dirty="0"/>
          </a:p>
        </p:txBody>
      </p:sp>
      <p:sp>
        <p:nvSpPr>
          <p:cNvPr id="5" name="Alt Bilgi Yer Tutucusu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tr-TR" noProof="0" dirty="0"/>
              <a:t>Alt bilgi ekleme</a:t>
            </a:r>
          </a:p>
        </p:txBody>
      </p:sp>
      <p:sp>
        <p:nvSpPr>
          <p:cNvPr id="4" name="Tarih Yer Tutucusu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46610F96-FFD0-4BC1-86F0-D957A2A4B8C7}" type="datetime1">
              <a:rPr lang="tr-TR" smtClean="0"/>
              <a:pPr/>
              <a:t>17.10.2024</a:t>
            </a:fld>
            <a:endParaRPr lang="tr-TR" dirty="0"/>
          </a:p>
        </p:txBody>
      </p:sp>
      <p:sp>
        <p:nvSpPr>
          <p:cNvPr id="6" name="Slayt Numarası Yer Tutucusu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3594303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>
          <a:xfrm>
            <a:off x="963084" y="1968322"/>
            <a:ext cx="10363200" cy="1362075"/>
          </a:xfrm>
        </p:spPr>
        <p:txBody>
          <a:bodyPr rtlCol="0" anchor="b">
            <a:noAutofit/>
          </a:bodyPr>
          <a:lstStyle>
            <a:lvl1pPr algn="l">
              <a:buNone/>
              <a:defRPr sz="4300" b="1" cap="none" baseline="0">
                <a:ln w="12700">
                  <a:solidFill>
                    <a:schemeClr val="accent2">
                      <a:shade val="90000"/>
                      <a:satMod val="150000"/>
                    </a:schemeClr>
                  </a:solidFill>
                </a:ln>
                <a:solidFill>
                  <a:schemeClr val="accent2"/>
                </a:solidFill>
                <a:effectLst/>
              </a:defRPr>
            </a:lvl1pPr>
          </a:lstStyle>
          <a:p>
            <a:pPr rtl="0"/>
            <a:r>
              <a:rPr lang="tr-TR" noProof="0" smtClean="0"/>
              <a:t>Asıl başlık stili için tıklatın</a:t>
            </a:r>
            <a:endParaRPr kumimoji="0" lang="tr-TR" noProof="0" dirty="0"/>
          </a:p>
        </p:txBody>
      </p:sp>
      <p:sp>
        <p:nvSpPr>
          <p:cNvPr id="3" name="Metin Yer Tutucusu 2"/>
          <p:cNvSpPr>
            <a:spLocks noGrp="1"/>
          </p:cNvSpPr>
          <p:nvPr>
            <p:ph type="body" idx="1"/>
          </p:nvPr>
        </p:nvSpPr>
        <p:spPr>
          <a:xfrm>
            <a:off x="963084" y="3367088"/>
            <a:ext cx="10363200" cy="1509712"/>
          </a:xfrm>
        </p:spPr>
        <p:txBody>
          <a:bodyPr rtlCol="0" anchor="t"/>
          <a:lstStyle>
            <a:lvl1pPr marL="45720" indent="0">
              <a:buNone/>
              <a:defRPr sz="2100" b="0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rtl="0" eaLnBrk="1" latinLnBrk="0" hangingPunct="1"/>
            <a:r>
              <a:rPr lang="tr-TR" noProof="0" smtClean="0"/>
              <a:t>Asıl metin stillerini düzenle</a:t>
            </a:r>
          </a:p>
        </p:txBody>
      </p:sp>
      <p:sp>
        <p:nvSpPr>
          <p:cNvPr id="5" name="Alt Bilgi Yer Tutucusu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tr-TR" noProof="0" dirty="0"/>
              <a:t>Alt bilgi ekleme</a:t>
            </a:r>
          </a:p>
        </p:txBody>
      </p:sp>
      <p:sp>
        <p:nvSpPr>
          <p:cNvPr id="4" name="Tarih Yer Tutucusu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FF56EF26-BBDF-4885-BB66-53FDFCADA69E}" type="datetime1">
              <a:rPr lang="tr-TR" smtClean="0"/>
              <a:pPr/>
              <a:t>17.10.2024</a:t>
            </a:fld>
            <a:endParaRPr lang="tr-TR" dirty="0"/>
          </a:p>
        </p:txBody>
      </p:sp>
      <p:sp>
        <p:nvSpPr>
          <p:cNvPr id="6" name="Slayt Numarası Yer Tutucusu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2705127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noProof="0" smtClean="0"/>
              <a:t>Asıl başlık stili için tıklatın</a:t>
            </a:r>
            <a:endParaRPr lang="tr-TR" noProof="0" dirty="0"/>
          </a:p>
        </p:txBody>
      </p:sp>
      <p:sp>
        <p:nvSpPr>
          <p:cNvPr id="3" name="İçerik Yer Tutucusu 2"/>
          <p:cNvSpPr>
            <a:spLocks noGrp="1"/>
          </p:cNvSpPr>
          <p:nvPr>
            <p:ph sz="half" idx="1"/>
          </p:nvPr>
        </p:nvSpPr>
        <p:spPr>
          <a:xfrm>
            <a:off x="609600" y="2249425"/>
            <a:ext cx="5384800" cy="4341875"/>
          </a:xfrm>
        </p:spPr>
        <p:txBody>
          <a:bodyPr rtlCol="0"/>
          <a:lstStyle>
            <a:lvl1pPr>
              <a:defRPr sz="2000"/>
            </a:lvl1pPr>
            <a:lvl2pPr>
              <a:defRPr sz="19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rtl="0" eaLnBrk="1" latinLnBrk="0" hangingPunct="1"/>
            <a:r>
              <a:rPr lang="tr-TR" noProof="0" smtClean="0"/>
              <a:t>Asıl metin stillerini düzenle</a:t>
            </a:r>
          </a:p>
          <a:p>
            <a:pPr lvl="1" rtl="0" eaLnBrk="1" latinLnBrk="0" hangingPunct="1"/>
            <a:r>
              <a:rPr lang="tr-TR" noProof="0" smtClean="0"/>
              <a:t>İkinci düzey</a:t>
            </a:r>
          </a:p>
          <a:p>
            <a:pPr lvl="2" rtl="0" eaLnBrk="1" latinLnBrk="0" hangingPunct="1"/>
            <a:r>
              <a:rPr lang="tr-TR" noProof="0" smtClean="0"/>
              <a:t>Üçüncü düzey</a:t>
            </a:r>
          </a:p>
          <a:p>
            <a:pPr lvl="3" rtl="0" eaLnBrk="1" latinLnBrk="0" hangingPunct="1"/>
            <a:r>
              <a:rPr lang="tr-TR" noProof="0" smtClean="0"/>
              <a:t>Dördüncü düzey</a:t>
            </a:r>
          </a:p>
          <a:p>
            <a:pPr lvl="4" rtl="0" eaLnBrk="1" latinLnBrk="0" hangingPunct="1"/>
            <a:r>
              <a:rPr lang="tr-TR" noProof="0" smtClean="0"/>
              <a:t>Beşinci düzey</a:t>
            </a:r>
            <a:endParaRPr kumimoji="0" lang="tr-TR" noProof="0" dirty="0"/>
          </a:p>
        </p:txBody>
      </p:sp>
      <p:sp>
        <p:nvSpPr>
          <p:cNvPr id="4" name="İçerik Yer Tutucusu 3"/>
          <p:cNvSpPr>
            <a:spLocks noGrp="1"/>
          </p:cNvSpPr>
          <p:nvPr>
            <p:ph sz="half" idx="2"/>
          </p:nvPr>
        </p:nvSpPr>
        <p:spPr>
          <a:xfrm>
            <a:off x="6197600" y="2249425"/>
            <a:ext cx="5384800" cy="4341875"/>
          </a:xfrm>
        </p:spPr>
        <p:txBody>
          <a:bodyPr rtlCol="0"/>
          <a:lstStyle>
            <a:lvl1pPr>
              <a:defRPr sz="2000"/>
            </a:lvl1pPr>
            <a:lvl2pPr>
              <a:defRPr sz="19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rtl="0" eaLnBrk="1" latinLnBrk="0" hangingPunct="1"/>
            <a:r>
              <a:rPr lang="tr-TR" noProof="0" smtClean="0"/>
              <a:t>Asıl metin stillerini düzenle</a:t>
            </a:r>
          </a:p>
          <a:p>
            <a:pPr lvl="1" rtl="0" eaLnBrk="1" latinLnBrk="0" hangingPunct="1"/>
            <a:r>
              <a:rPr lang="tr-TR" noProof="0" smtClean="0"/>
              <a:t>İkinci düzey</a:t>
            </a:r>
          </a:p>
          <a:p>
            <a:pPr lvl="2" rtl="0" eaLnBrk="1" latinLnBrk="0" hangingPunct="1"/>
            <a:r>
              <a:rPr lang="tr-TR" noProof="0" smtClean="0"/>
              <a:t>Üçüncü düzey</a:t>
            </a:r>
          </a:p>
          <a:p>
            <a:pPr lvl="3" rtl="0" eaLnBrk="1" latinLnBrk="0" hangingPunct="1"/>
            <a:r>
              <a:rPr lang="tr-TR" noProof="0" smtClean="0"/>
              <a:t>Dördüncü düzey</a:t>
            </a:r>
          </a:p>
          <a:p>
            <a:pPr lvl="4" rtl="0" eaLnBrk="1" latinLnBrk="0" hangingPunct="1"/>
            <a:r>
              <a:rPr lang="tr-TR" noProof="0" smtClean="0"/>
              <a:t>Beşinci düzey</a:t>
            </a:r>
            <a:endParaRPr kumimoji="0" lang="tr-TR" noProof="0" dirty="0"/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tr-TR" noProof="0" dirty="0"/>
              <a:t>Alt bilgi ekleme</a:t>
            </a:r>
          </a:p>
        </p:txBody>
      </p:sp>
      <p:sp>
        <p:nvSpPr>
          <p:cNvPr id="5" name="Tarih Yer Tutucusu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A84B813B-74D5-4B4F-94CB-6CD8395E9845}" type="datetime1">
              <a:rPr lang="tr-TR" smtClean="0"/>
              <a:pPr/>
              <a:t>17.10.2024</a:t>
            </a:fld>
            <a:endParaRPr lang="tr-TR" dirty="0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34464451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 mod="1">
    <p:ext uri="{DCECCB84-F9BA-43D5-87BE-67443E8EF086}">
      <p15:sldGuideLst xmlns:p15="http://schemas.microsoft.com/office/powerpoint/2012/main">
        <p15:guide id="0" orient="horz" pos="2160" userDrawn="1">
          <p15:clr>
            <a:srgbClr val="FBAE40"/>
          </p15:clr>
        </p15:guide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>
          <a:xfrm>
            <a:off x="508000" y="1143000"/>
            <a:ext cx="11176000" cy="1069848"/>
          </a:xfrm>
        </p:spPr>
        <p:txBody>
          <a:bodyPr rtlCol="0" anchor="ctr"/>
          <a:lstStyle>
            <a:lvl1pPr>
              <a:defRPr sz="4000" b="0" i="0" cap="none" baseline="0"/>
            </a:lvl1pPr>
          </a:lstStyle>
          <a:p>
            <a:pPr rtl="0"/>
            <a:r>
              <a:rPr lang="tr-TR" noProof="0" smtClean="0"/>
              <a:t>Asıl başlık stili için tıklatın</a:t>
            </a:r>
            <a:endParaRPr lang="tr-TR" noProof="0" dirty="0"/>
          </a:p>
        </p:txBody>
      </p:sp>
      <p:sp>
        <p:nvSpPr>
          <p:cNvPr id="3" name="Metin Yer Tutucusu 2"/>
          <p:cNvSpPr>
            <a:spLocks noGrp="1"/>
          </p:cNvSpPr>
          <p:nvPr>
            <p:ph type="body" idx="1"/>
          </p:nvPr>
        </p:nvSpPr>
        <p:spPr>
          <a:xfrm>
            <a:off x="508000" y="2244970"/>
            <a:ext cx="5388864" cy="457200"/>
          </a:xfrm>
          <a:solidFill>
            <a:schemeClr val="accent2">
              <a:lumMod val="60000"/>
              <a:lumOff val="40000"/>
              <a:alpha val="25000"/>
            </a:schemeClr>
          </a:solidFill>
          <a:ln w="12700">
            <a:solidFill>
              <a:schemeClr val="accent2"/>
            </a:solidFill>
          </a:ln>
        </p:spPr>
        <p:txBody>
          <a:bodyPr rtlCol="0" anchor="ctr">
            <a:noAutofit/>
          </a:bodyPr>
          <a:lstStyle>
            <a:lvl1pPr marL="45720" indent="0">
              <a:buNone/>
              <a:defRPr sz="1900" b="1">
                <a:solidFill>
                  <a:schemeClr val="tx1">
                    <a:tint val="95000"/>
                  </a:schemeClr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rtl="0" eaLnBrk="1" latinLnBrk="0" hangingPunct="1"/>
            <a:r>
              <a:rPr lang="tr-TR" noProof="0" smtClean="0"/>
              <a:t>Asıl metin stillerini düzenle</a:t>
            </a:r>
          </a:p>
        </p:txBody>
      </p:sp>
      <p:sp>
        <p:nvSpPr>
          <p:cNvPr id="5" name="İçerik Yer Tutucusu 4"/>
          <p:cNvSpPr>
            <a:spLocks noGrp="1"/>
          </p:cNvSpPr>
          <p:nvPr>
            <p:ph sz="quarter" idx="2"/>
          </p:nvPr>
        </p:nvSpPr>
        <p:spPr>
          <a:xfrm>
            <a:off x="508000" y="2708519"/>
            <a:ext cx="5388864" cy="3886200"/>
          </a:xfrm>
        </p:spPr>
        <p:txBody>
          <a:bodyPr rtlCol="0"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0" eaLnBrk="1" latinLnBrk="0" hangingPunct="1"/>
            <a:r>
              <a:rPr lang="tr-TR" noProof="0" smtClean="0"/>
              <a:t>Asıl metin stillerini düzenle</a:t>
            </a:r>
          </a:p>
          <a:p>
            <a:pPr lvl="1" rtl="0" eaLnBrk="1" latinLnBrk="0" hangingPunct="1"/>
            <a:r>
              <a:rPr lang="tr-TR" noProof="0" smtClean="0"/>
              <a:t>İkinci düzey</a:t>
            </a:r>
          </a:p>
          <a:p>
            <a:pPr lvl="2" rtl="0" eaLnBrk="1" latinLnBrk="0" hangingPunct="1"/>
            <a:r>
              <a:rPr lang="tr-TR" noProof="0" smtClean="0"/>
              <a:t>Üçüncü düzey</a:t>
            </a:r>
          </a:p>
          <a:p>
            <a:pPr lvl="3" rtl="0" eaLnBrk="1" latinLnBrk="0" hangingPunct="1"/>
            <a:r>
              <a:rPr lang="tr-TR" noProof="0" smtClean="0"/>
              <a:t>Dördüncü düzey</a:t>
            </a:r>
          </a:p>
          <a:p>
            <a:pPr lvl="4" rtl="0" eaLnBrk="1" latinLnBrk="0" hangingPunct="1"/>
            <a:r>
              <a:rPr lang="tr-TR" noProof="0" smtClean="0"/>
              <a:t>Beşinci düzey</a:t>
            </a:r>
            <a:endParaRPr kumimoji="0" lang="tr-TR" noProof="0" dirty="0"/>
          </a:p>
        </p:txBody>
      </p:sp>
      <p:sp>
        <p:nvSpPr>
          <p:cNvPr id="4" name="Metin Yer Tutucusu 3"/>
          <p:cNvSpPr>
            <a:spLocks noGrp="1"/>
          </p:cNvSpPr>
          <p:nvPr>
            <p:ph type="body" sz="half" idx="3"/>
          </p:nvPr>
        </p:nvSpPr>
        <p:spPr>
          <a:xfrm>
            <a:off x="6294968" y="2244970"/>
            <a:ext cx="5389033" cy="457200"/>
          </a:xfrm>
          <a:solidFill>
            <a:schemeClr val="accent2">
              <a:lumMod val="60000"/>
              <a:lumOff val="40000"/>
              <a:alpha val="25000"/>
            </a:schemeClr>
          </a:solidFill>
          <a:ln w="12700">
            <a:solidFill>
              <a:schemeClr val="accent2"/>
            </a:solidFill>
          </a:ln>
        </p:spPr>
        <p:txBody>
          <a:bodyPr rtlCol="0" anchor="ctr">
            <a:noAutofit/>
          </a:bodyPr>
          <a:lstStyle>
            <a:lvl1pPr marL="45720" indent="0">
              <a:buNone/>
              <a:defRPr sz="1900" b="1">
                <a:solidFill>
                  <a:schemeClr val="tx1">
                    <a:tint val="95000"/>
                  </a:schemeClr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rtl="0" eaLnBrk="1" latinLnBrk="0" hangingPunct="1"/>
            <a:r>
              <a:rPr lang="tr-TR" noProof="0" smtClean="0"/>
              <a:t>Asıl metin stillerini düzenle</a:t>
            </a:r>
          </a:p>
        </p:txBody>
      </p:sp>
      <p:sp>
        <p:nvSpPr>
          <p:cNvPr id="6" name="İçerik Yer Tutucusu 5"/>
          <p:cNvSpPr>
            <a:spLocks noGrp="1"/>
          </p:cNvSpPr>
          <p:nvPr>
            <p:ph sz="quarter" idx="4"/>
          </p:nvPr>
        </p:nvSpPr>
        <p:spPr>
          <a:xfrm>
            <a:off x="6291073" y="2708519"/>
            <a:ext cx="5389033" cy="3886200"/>
          </a:xfrm>
        </p:spPr>
        <p:txBody>
          <a:bodyPr rtlCol="0"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0" eaLnBrk="1" latinLnBrk="0" hangingPunct="1"/>
            <a:r>
              <a:rPr lang="tr-TR" noProof="0" smtClean="0"/>
              <a:t>Asıl metin stillerini düzenle</a:t>
            </a:r>
          </a:p>
          <a:p>
            <a:pPr lvl="1" rtl="0" eaLnBrk="1" latinLnBrk="0" hangingPunct="1"/>
            <a:r>
              <a:rPr lang="tr-TR" noProof="0" smtClean="0"/>
              <a:t>İkinci düzey</a:t>
            </a:r>
          </a:p>
          <a:p>
            <a:pPr lvl="2" rtl="0" eaLnBrk="1" latinLnBrk="0" hangingPunct="1"/>
            <a:r>
              <a:rPr lang="tr-TR" noProof="0" smtClean="0"/>
              <a:t>Üçüncü düzey</a:t>
            </a:r>
          </a:p>
          <a:p>
            <a:pPr lvl="3" rtl="0" eaLnBrk="1" latinLnBrk="0" hangingPunct="1"/>
            <a:r>
              <a:rPr lang="tr-TR" noProof="0" smtClean="0"/>
              <a:t>Dördüncü düzey</a:t>
            </a:r>
          </a:p>
          <a:p>
            <a:pPr lvl="4" rtl="0" eaLnBrk="1" latinLnBrk="0" hangingPunct="1"/>
            <a:r>
              <a:rPr lang="tr-TR" noProof="0" smtClean="0"/>
              <a:t>Beşinci düzey</a:t>
            </a:r>
            <a:endParaRPr kumimoji="0" lang="tr-TR" noProof="0" dirty="0"/>
          </a:p>
        </p:txBody>
      </p:sp>
      <p:sp>
        <p:nvSpPr>
          <p:cNvPr id="28" name="Alt Bilgi Yer Tutucusu 27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pPr rtl="0"/>
            <a:r>
              <a:rPr lang="tr-TR" noProof="0" dirty="0"/>
              <a:t>Alt bilgi ekleme</a:t>
            </a:r>
          </a:p>
        </p:txBody>
      </p:sp>
      <p:sp>
        <p:nvSpPr>
          <p:cNvPr id="26" name="Tarih Yer Tutucusu 25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B72EC71D-25AD-4A7C-AB6C-E63D5EDA9366}" type="datetime1">
              <a:rPr lang="tr-TR" smtClean="0"/>
              <a:pPr/>
              <a:t>17.10.2024</a:t>
            </a:fld>
            <a:endParaRPr lang="tr-TR" dirty="0"/>
          </a:p>
        </p:txBody>
      </p:sp>
      <p:sp>
        <p:nvSpPr>
          <p:cNvPr id="27" name="Slayt Numarası Yer Tutucusu 26"/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370716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>
          <a:xfrm>
            <a:off x="609600" y="1143000"/>
            <a:ext cx="10972800" cy="1069848"/>
          </a:xfrm>
        </p:spPr>
        <p:txBody>
          <a:bodyPr rtlCol="0" anchor="ctr"/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pPr rtl="0"/>
            <a:r>
              <a:rPr lang="tr-TR" noProof="0" smtClean="0"/>
              <a:t>Asıl başlık stili için tıklatın</a:t>
            </a:r>
            <a:endParaRPr lang="tr-TR" noProof="0" dirty="0"/>
          </a:p>
        </p:txBody>
      </p:sp>
      <p:sp>
        <p:nvSpPr>
          <p:cNvPr id="4" name="Alt Bilgi Yer Tutucusu 3"/>
          <p:cNvSpPr>
            <a:spLocks noGrp="1"/>
          </p:cNvSpPr>
          <p:nvPr>
            <p:ph type="ftr" sz="quarter" idx="11"/>
          </p:nvPr>
        </p:nvSpPr>
        <p:spPr>
          <a:xfrm>
            <a:off x="7010400" y="612648"/>
            <a:ext cx="1767840" cy="457200"/>
          </a:xfrm>
        </p:spPr>
        <p:txBody>
          <a:bodyPr rtlCol="0"/>
          <a:lstStyle/>
          <a:p>
            <a:pPr rtl="0"/>
            <a:r>
              <a:rPr lang="tr-TR" noProof="0" dirty="0"/>
              <a:t>Alt bilgi ekleme</a:t>
            </a:r>
          </a:p>
        </p:txBody>
      </p:sp>
      <p:sp>
        <p:nvSpPr>
          <p:cNvPr id="3" name="Tarih Yer Tutucusu 2"/>
          <p:cNvSpPr>
            <a:spLocks noGrp="1"/>
          </p:cNvSpPr>
          <p:nvPr>
            <p:ph type="dt" sz="half" idx="10"/>
          </p:nvPr>
        </p:nvSpPr>
        <p:spPr>
          <a:xfrm>
            <a:off x="8778240" y="612648"/>
            <a:ext cx="1276352" cy="457200"/>
          </a:xfrm>
        </p:spPr>
        <p:txBody>
          <a:bodyPr rtlCol="0"/>
          <a:lstStyle>
            <a:lvl1pPr>
              <a:defRPr/>
            </a:lvl1pPr>
          </a:lstStyle>
          <a:p>
            <a:fld id="{851036E3-487C-41B5-92E9-47E0F0B9591B}" type="datetime1">
              <a:rPr lang="tr-TR" smtClean="0"/>
              <a:pPr/>
              <a:t>17.10.2024</a:t>
            </a:fld>
            <a:endParaRPr lang="tr-TR" dirty="0"/>
          </a:p>
        </p:txBody>
      </p:sp>
      <p:sp>
        <p:nvSpPr>
          <p:cNvPr id="5" name="Slayt Numarası Yer Tutucusu 4"/>
          <p:cNvSpPr>
            <a:spLocks noGrp="1"/>
          </p:cNvSpPr>
          <p:nvPr>
            <p:ph type="sldNum" sz="quarter" idx="12"/>
          </p:nvPr>
        </p:nvSpPr>
        <p:spPr>
          <a:xfrm>
            <a:off x="10899648" y="2272"/>
            <a:ext cx="1016000" cy="365760"/>
          </a:xfrm>
        </p:spPr>
        <p:txBody>
          <a:bodyPr rtlCol="0"/>
          <a:lstStyle/>
          <a:p>
            <a:pPr rtl="0"/>
            <a:fld id="{401CF334-2D5C-4859-84A6-CA7E6E43FAEB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3821952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lt Bilgi Yer Tutucusu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tr-TR" noProof="0" dirty="0"/>
              <a:t>Alt bilgi ekleme</a:t>
            </a:r>
          </a:p>
        </p:txBody>
      </p:sp>
      <p:sp>
        <p:nvSpPr>
          <p:cNvPr id="2" name="Tarih Yer Tutucusu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E7730CD3-31CA-47BB-8FC4-9AA93086A77D}" type="datetime1">
              <a:rPr lang="tr-TR" smtClean="0"/>
              <a:pPr/>
              <a:t>17.10.2024</a:t>
            </a:fld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1135695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Resim Yazı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 hasCustomPrompt="1"/>
          </p:nvPr>
        </p:nvSpPr>
        <p:spPr>
          <a:xfrm>
            <a:off x="7137995" y="1101970"/>
            <a:ext cx="4511040" cy="877824"/>
          </a:xfrm>
        </p:spPr>
        <p:txBody>
          <a:bodyPr rtlCol="0" anchor="b"/>
          <a:lstStyle>
            <a:lvl1pPr algn="l">
              <a:buNone/>
              <a:defRPr sz="1800" b="1"/>
            </a:lvl1pPr>
          </a:lstStyle>
          <a:p>
            <a:pPr rtl="0"/>
            <a:r>
              <a:rPr lang="tr-TR" noProof="0" dirty="0"/>
              <a:t>Asıl başlık stilini düzenle</a:t>
            </a:r>
          </a:p>
        </p:txBody>
      </p:sp>
      <p:sp>
        <p:nvSpPr>
          <p:cNvPr id="4" name="İçerik Yer Tutucusu 3"/>
          <p:cNvSpPr>
            <a:spLocks noGrp="1"/>
          </p:cNvSpPr>
          <p:nvPr>
            <p:ph sz="half" idx="1"/>
          </p:nvPr>
        </p:nvSpPr>
        <p:spPr>
          <a:xfrm>
            <a:off x="203200" y="776287"/>
            <a:ext cx="6803136" cy="5805083"/>
          </a:xfrm>
        </p:spPr>
        <p:txBody>
          <a:bodyPr rtlCol="0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 rtl="0" eaLnBrk="1" latinLnBrk="0" hangingPunct="1"/>
            <a:r>
              <a:rPr lang="tr-TR" noProof="0" smtClean="0"/>
              <a:t>Asıl metin stillerini düzenle</a:t>
            </a:r>
          </a:p>
          <a:p>
            <a:pPr lvl="1" rtl="0" eaLnBrk="1" latinLnBrk="0" hangingPunct="1"/>
            <a:r>
              <a:rPr lang="tr-TR" noProof="0" smtClean="0"/>
              <a:t>İkinci düzey</a:t>
            </a:r>
          </a:p>
          <a:p>
            <a:pPr lvl="2" rtl="0" eaLnBrk="1" latinLnBrk="0" hangingPunct="1"/>
            <a:r>
              <a:rPr lang="tr-TR" noProof="0" smtClean="0"/>
              <a:t>Üçüncü düzey</a:t>
            </a:r>
          </a:p>
          <a:p>
            <a:pPr lvl="3" rtl="0" eaLnBrk="1" latinLnBrk="0" hangingPunct="1"/>
            <a:r>
              <a:rPr lang="tr-TR" noProof="0" smtClean="0"/>
              <a:t>Dördüncü düzey</a:t>
            </a:r>
          </a:p>
          <a:p>
            <a:pPr lvl="4" rtl="0" eaLnBrk="1" latinLnBrk="0" hangingPunct="1"/>
            <a:r>
              <a:rPr lang="tr-TR" noProof="0" smtClean="0"/>
              <a:t>Beşinci düzey</a:t>
            </a:r>
            <a:endParaRPr kumimoji="0" lang="tr-TR" noProof="0" dirty="0"/>
          </a:p>
        </p:txBody>
      </p:sp>
      <p:sp>
        <p:nvSpPr>
          <p:cNvPr id="3" name="Metin Yer Tutucusu 2"/>
          <p:cNvSpPr>
            <a:spLocks noGrp="1"/>
          </p:cNvSpPr>
          <p:nvPr>
            <p:ph type="body" idx="2"/>
          </p:nvPr>
        </p:nvSpPr>
        <p:spPr>
          <a:xfrm>
            <a:off x="7137995" y="2010727"/>
            <a:ext cx="4511040" cy="4580573"/>
          </a:xfrm>
        </p:spPr>
        <p:txBody>
          <a:bodyPr rtlCol="0"/>
          <a:lstStyle>
            <a:lvl1pPr marL="9144" indent="0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rtl="0" eaLnBrk="1" latinLnBrk="0" hangingPunct="1"/>
            <a:r>
              <a:rPr lang="tr-TR" noProof="0" smtClean="0"/>
              <a:t>Asıl metin stillerini düzenle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tr-TR" noProof="0" dirty="0"/>
              <a:t>Alt bilgi ekleme</a:t>
            </a:r>
          </a:p>
        </p:txBody>
      </p:sp>
      <p:sp>
        <p:nvSpPr>
          <p:cNvPr id="5" name="Tarih Yer Tutucusu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90C5B609-EC73-4CF8-A564-D90D0E54FA36}" type="datetime1">
              <a:rPr lang="tr-TR" smtClean="0"/>
              <a:pPr/>
              <a:t>17.10.2024</a:t>
            </a:fld>
            <a:endParaRPr lang="tr-TR" dirty="0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498685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Resim Yazı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>
          <a:xfrm>
            <a:off x="7253913" y="1109161"/>
            <a:ext cx="782404" cy="4681637"/>
          </a:xfrm>
        </p:spPr>
        <p:txBody>
          <a:bodyPr vert="vert270" lIns="45720" tIns="0" rIns="45720" rtlCol="0" anchor="t"/>
          <a:lstStyle>
            <a:lvl1pPr algn="ctr">
              <a:buNone/>
              <a:defRPr sz="2000" b="1"/>
            </a:lvl1pPr>
          </a:lstStyle>
          <a:p>
            <a:pPr rtl="0"/>
            <a:r>
              <a:rPr lang="tr-TR" noProof="0" smtClean="0"/>
              <a:t>Asıl başlık stili için tıklatın</a:t>
            </a:r>
            <a:endParaRPr lang="tr-TR" noProof="0" dirty="0"/>
          </a:p>
        </p:txBody>
      </p:sp>
      <p:sp>
        <p:nvSpPr>
          <p:cNvPr id="3" name="Resim Yer Tutucusu 2" descr="Resim eklemek için boş yer tutucu. Yer tutucuya tıklayın ve eklemek istediğiniz resmi seçin"/>
          <p:cNvSpPr>
            <a:spLocks noGrp="1"/>
          </p:cNvSpPr>
          <p:nvPr>
            <p:ph type="pic" idx="1"/>
          </p:nvPr>
        </p:nvSpPr>
        <p:spPr>
          <a:xfrm>
            <a:off x="538228" y="1143000"/>
            <a:ext cx="6096000" cy="4572000"/>
          </a:xfrm>
          <a:solidFill>
            <a:srgbClr val="EAEAEA"/>
          </a:solidFill>
          <a:ln w="50800">
            <a:solidFill>
              <a:srgbClr val="FFFFFF"/>
            </a:solidFill>
            <a:miter lim="800000"/>
          </a:ln>
          <a:effectLst>
            <a:outerShdw blurRad="57150" dist="31750" dir="4800000" algn="tl" rotWithShape="0">
              <a:srgbClr val="000000">
                <a:alpha val="2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2540">
            <a:bevelT w="25400" h="19050"/>
            <a:contourClr>
              <a:srgbClr val="AEAEAE"/>
            </a:contourClr>
          </a:sp3d>
        </p:spPr>
        <p:txBody>
          <a:bodyPr rtlCol="0"/>
          <a:lstStyle>
            <a:lvl1pPr marL="0" indent="0">
              <a:buNone/>
              <a:defRPr sz="3200"/>
            </a:lvl1pPr>
          </a:lstStyle>
          <a:p>
            <a:pPr rtl="0"/>
            <a:r>
              <a:rPr lang="tr-TR" noProof="0" smtClean="0"/>
              <a:t>Resim eklemek için simgeyi tıklatın</a:t>
            </a:r>
            <a:endParaRPr kumimoji="0" lang="tr-TR" noProof="0" dirty="0"/>
          </a:p>
        </p:txBody>
      </p:sp>
      <p:sp>
        <p:nvSpPr>
          <p:cNvPr id="4" name="Metin Yer Tutucusu 3"/>
          <p:cNvSpPr>
            <a:spLocks noGrp="1"/>
          </p:cNvSpPr>
          <p:nvPr>
            <p:ph type="body" sz="half" idx="2"/>
          </p:nvPr>
        </p:nvSpPr>
        <p:spPr>
          <a:xfrm>
            <a:off x="8117924" y="3274309"/>
            <a:ext cx="3454400" cy="2516489"/>
          </a:xfrm>
        </p:spPr>
        <p:txBody>
          <a:bodyPr lIns="0" tIns="0" rIns="45720" rtlCol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300"/>
            </a:lvl1pPr>
            <a:lvl2pPr>
              <a:buFontTx/>
              <a:buNone/>
              <a:defRPr sz="1200"/>
            </a:lvl2pPr>
            <a:lvl3pPr>
              <a:buFontTx/>
              <a:buNone/>
              <a:defRPr sz="1000"/>
            </a:lvl3pPr>
            <a:lvl4pPr>
              <a:buFontTx/>
              <a:buNone/>
              <a:defRPr sz="900"/>
            </a:lvl4pPr>
            <a:lvl5pPr>
              <a:buFontTx/>
              <a:buNone/>
              <a:defRPr sz="900"/>
            </a:lvl5pPr>
          </a:lstStyle>
          <a:p>
            <a:pPr lvl="0" rtl="0" eaLnBrk="1" latinLnBrk="0" hangingPunct="1"/>
            <a:r>
              <a:rPr lang="tr-TR" noProof="0" smtClean="0"/>
              <a:t>Asıl metin stillerini düzenle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tr-TR" noProof="0" dirty="0"/>
              <a:t>Alt bilgi ekleme</a:t>
            </a:r>
          </a:p>
        </p:txBody>
      </p:sp>
      <p:sp>
        <p:nvSpPr>
          <p:cNvPr id="5" name="Tarih Yer Tutucusu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D85D7756-B745-4648-9348-5BA7D8FC560E}" type="datetime1">
              <a:rPr lang="tr-TR" smtClean="0"/>
              <a:pPr/>
              <a:t>17.10.2024</a:t>
            </a:fld>
            <a:endParaRPr lang="tr-TR" dirty="0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1883619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noProof="0" smtClean="0"/>
              <a:t>Asıl başlık stili için tıklatın</a:t>
            </a:r>
            <a:endParaRPr lang="tr-TR" noProof="0" dirty="0"/>
          </a:p>
        </p:txBody>
      </p:sp>
      <p:sp>
        <p:nvSpPr>
          <p:cNvPr id="3" name="Dikey Metin Yer Tutucusu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>
              <a:defRPr/>
            </a:lvl1pPr>
            <a:lvl5pPr>
              <a:defRPr/>
            </a:lvl5pPr>
          </a:lstStyle>
          <a:p>
            <a:pPr lvl="0" rtl="0" eaLnBrk="1" latinLnBrk="0" hangingPunct="1"/>
            <a:r>
              <a:rPr lang="tr-TR" noProof="0" smtClean="0"/>
              <a:t>Asıl metin stillerini düzenle</a:t>
            </a:r>
          </a:p>
          <a:p>
            <a:pPr lvl="1" rtl="0" eaLnBrk="1" latinLnBrk="0" hangingPunct="1"/>
            <a:r>
              <a:rPr lang="tr-TR" noProof="0" smtClean="0"/>
              <a:t>İkinci düzey</a:t>
            </a:r>
          </a:p>
          <a:p>
            <a:pPr lvl="2" rtl="0" eaLnBrk="1" latinLnBrk="0" hangingPunct="1"/>
            <a:r>
              <a:rPr lang="tr-TR" noProof="0" smtClean="0"/>
              <a:t>Üçüncü düzey</a:t>
            </a:r>
          </a:p>
          <a:p>
            <a:pPr lvl="3" rtl="0" eaLnBrk="1" latinLnBrk="0" hangingPunct="1"/>
            <a:r>
              <a:rPr lang="tr-TR" noProof="0" smtClean="0"/>
              <a:t>Dördüncü düzey</a:t>
            </a:r>
          </a:p>
          <a:p>
            <a:pPr lvl="4" rtl="0" eaLnBrk="1" latinLnBrk="0" hangingPunct="1"/>
            <a:r>
              <a:rPr lang="tr-TR" noProof="0" smtClean="0"/>
              <a:t>Beşinci düzey</a:t>
            </a:r>
            <a:endParaRPr kumimoji="0" lang="tr-TR" noProof="0" dirty="0"/>
          </a:p>
        </p:txBody>
      </p:sp>
      <p:sp>
        <p:nvSpPr>
          <p:cNvPr id="5" name="Alt Bilgi Yer Tutucusu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tr-TR" noProof="0" dirty="0"/>
              <a:t>Alt bilgi ekleme</a:t>
            </a:r>
          </a:p>
        </p:txBody>
      </p:sp>
      <p:sp>
        <p:nvSpPr>
          <p:cNvPr id="4" name="Tarih Yer Tutucusu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443DEEBB-C631-4BE4-9EB9-151005B5892D}" type="datetime1">
              <a:rPr lang="tr-TR" smtClean="0"/>
              <a:pPr/>
              <a:t>17.10.2024</a:t>
            </a:fld>
            <a:endParaRPr lang="tr-TR" dirty="0"/>
          </a:p>
        </p:txBody>
      </p:sp>
      <p:sp>
        <p:nvSpPr>
          <p:cNvPr id="6" name="Slayt Numarası Yer Tutucusu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34678442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/>
          <p:cNvSpPr>
            <a:spLocks noGrp="1"/>
          </p:cNvSpPr>
          <p:nvPr>
            <p:ph type="title" orient="vert" hasCustomPrompt="1"/>
          </p:nvPr>
        </p:nvSpPr>
        <p:spPr>
          <a:xfrm>
            <a:off x="9042400" y="1143000"/>
            <a:ext cx="2540000" cy="5448300"/>
          </a:xfrm>
        </p:spPr>
        <p:txBody>
          <a:bodyPr vert="eaVert" rtlCol="0"/>
          <a:lstStyle>
            <a:lvl1pPr>
              <a:defRPr/>
            </a:lvl1pPr>
          </a:lstStyle>
          <a:p>
            <a:pPr rtl="0"/>
            <a:r>
              <a:rPr lang="tr-TR" noProof="0" dirty="0"/>
              <a:t>Asıl başlık stilini düzenle</a:t>
            </a:r>
          </a:p>
        </p:txBody>
      </p:sp>
      <p:sp>
        <p:nvSpPr>
          <p:cNvPr id="3" name="Dikey Metin Yer Tutucusu 2"/>
          <p:cNvSpPr>
            <a:spLocks noGrp="1"/>
          </p:cNvSpPr>
          <p:nvPr>
            <p:ph type="body" orient="vert" idx="1" hasCustomPrompt="1"/>
          </p:nvPr>
        </p:nvSpPr>
        <p:spPr>
          <a:xfrm>
            <a:off x="609600" y="1143000"/>
            <a:ext cx="8331200" cy="5448300"/>
          </a:xfrm>
        </p:spPr>
        <p:txBody>
          <a:bodyPr vert="eaVert" rtlCol="0"/>
          <a:lstStyle>
            <a:lvl5pPr>
              <a:defRPr/>
            </a:lvl5pPr>
          </a:lstStyle>
          <a:p>
            <a:pPr lvl="0" rtl="0" eaLnBrk="1" latinLnBrk="0" hangingPunct="1"/>
            <a:r>
              <a:rPr lang="tr-TR" noProof="0" dirty="0"/>
              <a:t>Asıl metin stillerini düzenlemek için tıklayın</a:t>
            </a:r>
          </a:p>
          <a:p>
            <a:pPr lvl="1" rtl="0" eaLnBrk="1" latinLnBrk="0" hangingPunct="1"/>
            <a:r>
              <a:rPr lang="tr-TR" noProof="0" dirty="0"/>
              <a:t>İkinci düzey</a:t>
            </a:r>
          </a:p>
          <a:p>
            <a:pPr lvl="2" rtl="0" eaLnBrk="1" latinLnBrk="0" hangingPunct="1"/>
            <a:r>
              <a:rPr lang="tr-TR" noProof="0" dirty="0"/>
              <a:t>Üçüncü düzey</a:t>
            </a:r>
          </a:p>
          <a:p>
            <a:pPr lvl="3" rtl="0" eaLnBrk="1" latinLnBrk="0" hangingPunct="1"/>
            <a:r>
              <a:rPr lang="tr-TR" noProof="0" dirty="0"/>
              <a:t>Dördüncü düzey</a:t>
            </a:r>
          </a:p>
          <a:p>
            <a:pPr lvl="4" rtl="0" eaLnBrk="1" latinLnBrk="0" hangingPunct="1"/>
            <a:r>
              <a:rPr lang="tr-TR" noProof="0" dirty="0"/>
              <a:t>Beşinci düzey</a:t>
            </a:r>
            <a:endParaRPr kumimoji="0" lang="tr-TR" noProof="0" dirty="0"/>
          </a:p>
        </p:txBody>
      </p:sp>
      <p:sp>
        <p:nvSpPr>
          <p:cNvPr id="5" name="Alt Bilgi Yer Tutucusu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tr-TR" noProof="0" dirty="0"/>
              <a:t>Alt bilgi ekleme</a:t>
            </a:r>
          </a:p>
        </p:txBody>
      </p:sp>
      <p:sp>
        <p:nvSpPr>
          <p:cNvPr id="4" name="Tarih Yer Tutucusu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C76B82DB-6D5C-486A-98D3-E008B7673553}" type="datetime1">
              <a:rPr lang="tr-TR" smtClean="0"/>
              <a:pPr/>
              <a:t>17.10.2024</a:t>
            </a:fld>
            <a:endParaRPr lang="tr-TR" dirty="0"/>
          </a:p>
        </p:txBody>
      </p:sp>
      <p:sp>
        <p:nvSpPr>
          <p:cNvPr id="6" name="Slayt Numarası Yer Tutucusu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2978088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Dikdörtgen 27"/>
          <p:cNvSpPr/>
          <p:nvPr/>
        </p:nvSpPr>
        <p:spPr>
          <a:xfrm>
            <a:off x="1" y="366819"/>
            <a:ext cx="12192000" cy="84407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29" name="Dikdörtgen 28"/>
          <p:cNvSpPr/>
          <p:nvPr/>
        </p:nvSpPr>
        <p:spPr>
          <a:xfrm>
            <a:off x="0" y="-1"/>
            <a:ext cx="12192000" cy="310663"/>
          </a:xfrm>
          <a:prstGeom prst="rect">
            <a:avLst/>
          </a:prstGeom>
          <a:solidFill>
            <a:schemeClr val="tx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30" name="Dikdörtgen 29"/>
          <p:cNvSpPr/>
          <p:nvPr/>
        </p:nvSpPr>
        <p:spPr>
          <a:xfrm>
            <a:off x="1" y="308277"/>
            <a:ext cx="12192001" cy="91441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31" name="Dikdörtgen 30"/>
          <p:cNvSpPr/>
          <p:nvPr/>
        </p:nvSpPr>
        <p:spPr>
          <a:xfrm flipV="1">
            <a:off x="7213577" y="360247"/>
            <a:ext cx="4978425" cy="9108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32" name="Dikdörtgen 31"/>
          <p:cNvSpPr/>
          <p:nvPr/>
        </p:nvSpPr>
        <p:spPr>
          <a:xfrm flipV="1">
            <a:off x="7213601" y="440113"/>
            <a:ext cx="4978401" cy="180035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 useBgFill="1">
        <p:nvSpPr>
          <p:cNvPr id="33" name="Yuvarlatılmış Dikdörtgen 32"/>
          <p:cNvSpPr/>
          <p:nvPr/>
        </p:nvSpPr>
        <p:spPr bwMode="white">
          <a:xfrm>
            <a:off x="7209785" y="497504"/>
            <a:ext cx="4084320" cy="27432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 useBgFill="1">
        <p:nvSpPr>
          <p:cNvPr id="34" name="Yuvarlatılmış Dikdörtgen 33"/>
          <p:cNvSpPr/>
          <p:nvPr/>
        </p:nvSpPr>
        <p:spPr bwMode="white">
          <a:xfrm>
            <a:off x="9831528" y="588943"/>
            <a:ext cx="2133600" cy="36576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35" name="Dikdörtgen 34"/>
          <p:cNvSpPr/>
          <p:nvPr/>
        </p:nvSpPr>
        <p:spPr bwMode="invGray">
          <a:xfrm>
            <a:off x="12113288" y="-2001"/>
            <a:ext cx="76835" cy="621792"/>
          </a:xfrm>
          <a:prstGeom prst="rect">
            <a:avLst/>
          </a:prstGeom>
          <a:solidFill>
            <a:srgbClr val="FFFFFF">
              <a:alpha val="65098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36" name="Dikdörtgen 35"/>
          <p:cNvSpPr/>
          <p:nvPr/>
        </p:nvSpPr>
        <p:spPr bwMode="invGray">
          <a:xfrm>
            <a:off x="12059308" y="-2001"/>
            <a:ext cx="36576" cy="621792"/>
          </a:xfrm>
          <a:prstGeom prst="rect">
            <a:avLst/>
          </a:prstGeom>
          <a:solidFill>
            <a:srgbClr val="FFFFFF">
              <a:alpha val="65098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37" name="Dikdörtgen 36"/>
          <p:cNvSpPr/>
          <p:nvPr/>
        </p:nvSpPr>
        <p:spPr bwMode="invGray">
          <a:xfrm>
            <a:off x="12033904" y="-2001"/>
            <a:ext cx="12192" cy="621792"/>
          </a:xfrm>
          <a:prstGeom prst="rect">
            <a:avLst/>
          </a:prstGeom>
          <a:solidFill>
            <a:srgbClr val="FFFFFF">
              <a:alpha val="6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38" name="Dikdörtgen 37"/>
          <p:cNvSpPr/>
          <p:nvPr/>
        </p:nvSpPr>
        <p:spPr bwMode="invGray">
          <a:xfrm>
            <a:off x="11967231" y="-2001"/>
            <a:ext cx="36576" cy="621792"/>
          </a:xfrm>
          <a:prstGeom prst="rect">
            <a:avLst/>
          </a:prstGeom>
          <a:solidFill>
            <a:srgbClr val="FFFFFF">
              <a:alpha val="4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39" name="Dikdörtgen 38"/>
          <p:cNvSpPr/>
          <p:nvPr/>
        </p:nvSpPr>
        <p:spPr bwMode="invGray">
          <a:xfrm>
            <a:off x="11887569" y="380"/>
            <a:ext cx="73152" cy="585216"/>
          </a:xfrm>
          <a:prstGeom prst="rect">
            <a:avLst/>
          </a:prstGeom>
          <a:solidFill>
            <a:srgbClr val="FFFFFF">
              <a:alpha val="2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40" name="Dikdörtgen 39"/>
          <p:cNvSpPr/>
          <p:nvPr/>
        </p:nvSpPr>
        <p:spPr bwMode="invGray">
          <a:xfrm>
            <a:off x="11831300" y="380"/>
            <a:ext cx="12192" cy="585216"/>
          </a:xfrm>
          <a:prstGeom prst="rect">
            <a:avLst/>
          </a:prstGeom>
          <a:solidFill>
            <a:srgbClr val="FFFFFF">
              <a:alpha val="30196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22" name="Başlık Yer Tutucusu 21"/>
          <p:cNvSpPr>
            <a:spLocks noGrp="1"/>
          </p:cNvSpPr>
          <p:nvPr>
            <p:ph type="title"/>
          </p:nvPr>
        </p:nvSpPr>
        <p:spPr>
          <a:xfrm>
            <a:off x="609600" y="1143000"/>
            <a:ext cx="10972800" cy="1066800"/>
          </a:xfrm>
          <a:prstGeom prst="rect">
            <a:avLst/>
          </a:prstGeom>
        </p:spPr>
        <p:txBody>
          <a:bodyPr vert="horz" rtlCol="0" anchor="ctr">
            <a:normAutofit/>
          </a:bodyPr>
          <a:lstStyle/>
          <a:p>
            <a:pPr rtl="0"/>
            <a:r>
              <a:rPr lang="tr-TR" noProof="0" dirty="0"/>
              <a:t>Asıl başlık stilini düzenlemek için tıklayın</a:t>
            </a:r>
          </a:p>
        </p:txBody>
      </p:sp>
      <p:sp>
        <p:nvSpPr>
          <p:cNvPr id="13" name="Metin Yer Tutucusu 12"/>
          <p:cNvSpPr>
            <a:spLocks noGrp="1"/>
          </p:cNvSpPr>
          <p:nvPr>
            <p:ph type="body" idx="1"/>
          </p:nvPr>
        </p:nvSpPr>
        <p:spPr>
          <a:xfrm>
            <a:off x="609600" y="2249424"/>
            <a:ext cx="10972800" cy="4325112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 rtl="0"/>
            <a:r>
              <a:rPr lang="tr-TR" noProof="0" dirty="0"/>
              <a:t>Asıl metin stillerini düzenle</a:t>
            </a:r>
          </a:p>
          <a:p>
            <a:pPr lvl="1" rtl="0"/>
            <a:r>
              <a:rPr lang="tr-TR" noProof="0" dirty="0"/>
              <a:t>İkinci düzey</a:t>
            </a:r>
          </a:p>
          <a:p>
            <a:pPr lvl="2" rtl="0"/>
            <a:r>
              <a:rPr lang="tr-TR" noProof="0" dirty="0"/>
              <a:t>Üçüncü düzey</a:t>
            </a:r>
          </a:p>
          <a:p>
            <a:pPr lvl="3" rtl="0"/>
            <a:r>
              <a:rPr lang="tr-TR" noProof="0" dirty="0"/>
              <a:t>Dördüncü düzey</a:t>
            </a:r>
          </a:p>
          <a:p>
            <a:pPr lvl="4" rtl="0"/>
            <a:r>
              <a:rPr lang="tr-TR" noProof="0" dirty="0"/>
              <a:t>Beşinci düzey</a:t>
            </a:r>
          </a:p>
        </p:txBody>
      </p:sp>
      <p:sp>
        <p:nvSpPr>
          <p:cNvPr id="3" name="Alt Bilgi Yer Tutucusu 2"/>
          <p:cNvSpPr>
            <a:spLocks noGrp="1"/>
          </p:cNvSpPr>
          <p:nvPr>
            <p:ph type="ftr" sz="quarter" idx="3"/>
          </p:nvPr>
        </p:nvSpPr>
        <p:spPr>
          <a:xfrm>
            <a:off x="7010400" y="612648"/>
            <a:ext cx="1767840" cy="457200"/>
          </a:xfrm>
          <a:prstGeom prst="rect">
            <a:avLst/>
          </a:prstGeom>
        </p:spPr>
        <p:txBody>
          <a:bodyPr vert="horz" rtlCol="0"/>
          <a:lstStyle>
            <a:lvl1pPr algn="r" eaLnBrk="1" latinLnBrk="0" hangingPunct="1">
              <a:defRPr kumimoji="0" sz="1100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pPr rtl="0"/>
            <a:r>
              <a:rPr lang="tr-TR" noProof="0" dirty="0"/>
              <a:t>Alt bilgi ekleme</a:t>
            </a:r>
          </a:p>
        </p:txBody>
      </p:sp>
      <p:sp>
        <p:nvSpPr>
          <p:cNvPr id="14" name="Tarih Yer Tutucusu 13"/>
          <p:cNvSpPr>
            <a:spLocks noGrp="1"/>
          </p:cNvSpPr>
          <p:nvPr>
            <p:ph type="dt" sz="half" idx="2"/>
          </p:nvPr>
        </p:nvSpPr>
        <p:spPr>
          <a:xfrm>
            <a:off x="8782048" y="612648"/>
            <a:ext cx="1276352" cy="457200"/>
          </a:xfrm>
          <a:prstGeom prst="rect">
            <a:avLst/>
          </a:prstGeom>
        </p:spPr>
        <p:txBody>
          <a:bodyPr vert="horz" rtlCol="0"/>
          <a:lstStyle>
            <a:lvl1pPr algn="l" eaLnBrk="1" latinLnBrk="0" hangingPunct="1">
              <a:defRPr kumimoji="0" sz="1100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fld id="{8A9E5AA4-4083-47B0-96D9-3464BE7D917D}" type="datetime1">
              <a:rPr lang="tr-TR" smtClean="0"/>
              <a:pPr/>
              <a:t>17.10.2024</a:t>
            </a:fld>
            <a:endParaRPr lang="tr-TR" dirty="0"/>
          </a:p>
        </p:txBody>
      </p:sp>
      <p:sp>
        <p:nvSpPr>
          <p:cNvPr id="23" name="Slayt Numarası Yer Tutucusu 22"/>
          <p:cNvSpPr>
            <a:spLocks noGrp="1"/>
          </p:cNvSpPr>
          <p:nvPr>
            <p:ph type="sldNum" sz="quarter" idx="4"/>
          </p:nvPr>
        </p:nvSpPr>
        <p:spPr>
          <a:xfrm>
            <a:off x="10899648" y="2272"/>
            <a:ext cx="1016000" cy="365760"/>
          </a:xfrm>
          <a:prstGeom prst="rect">
            <a:avLst/>
          </a:prstGeom>
        </p:spPr>
        <p:txBody>
          <a:bodyPr vert="horz" rtlCol="0" anchor="b"/>
          <a:lstStyle>
            <a:lvl1pPr algn="r" eaLnBrk="1" latinLnBrk="0" hangingPunct="1">
              <a:defRPr kumimoji="0" sz="1800">
                <a:solidFill>
                  <a:srgbClr val="FFFFFF"/>
                </a:solidFill>
              </a:defRPr>
            </a:lvl1pPr>
          </a:lstStyle>
          <a:p>
            <a:pPr rtl="0"/>
            <a:fld id="{401CF334-2D5C-4859-84A6-CA7E6E43FAEB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2132171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rtl="0" eaLnBrk="1" latinLnBrk="0" hangingPunct="1">
        <a:spcBef>
          <a:spcPct val="0"/>
        </a:spcBef>
        <a:buNone/>
        <a:defRPr kumimoji="0" sz="40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65760" indent="-256032" algn="l" rtl="0" eaLnBrk="1" latinLnBrk="0" hangingPunct="1">
        <a:spcBef>
          <a:spcPts val="300"/>
        </a:spcBef>
        <a:buClr>
          <a:schemeClr val="accent3">
            <a:lumMod val="75000"/>
          </a:schemeClr>
        </a:buClr>
        <a:buFont typeface="Georgia"/>
        <a:buChar char="•"/>
        <a:defRPr kumimoji="0"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58368" indent="-246888" algn="l" rtl="0" eaLnBrk="1" latinLnBrk="0" hangingPunct="1">
        <a:spcBef>
          <a:spcPts val="300"/>
        </a:spcBef>
        <a:buClr>
          <a:schemeClr val="accent2">
            <a:lumMod val="75000"/>
          </a:schemeClr>
        </a:buClr>
        <a:buFont typeface="Georgia"/>
        <a:buChar char="▫"/>
        <a:defRPr kumimoji="0" sz="2600" kern="1200">
          <a:solidFill>
            <a:schemeClr val="tx2"/>
          </a:solidFill>
          <a:latin typeface="+mn-lt"/>
          <a:ea typeface="+mn-ea"/>
          <a:cs typeface="+mn-cs"/>
        </a:defRPr>
      </a:lvl2pPr>
      <a:lvl3pPr marL="923544" indent="-219456" algn="l" rtl="0" eaLnBrk="1" latinLnBrk="0" hangingPunct="1">
        <a:spcBef>
          <a:spcPts val="300"/>
        </a:spcBef>
        <a:buClr>
          <a:schemeClr val="accent1">
            <a:lumMod val="50000"/>
          </a:schemeClr>
        </a:buClr>
        <a:buFont typeface="Wingdings 2" panose="05020102010507070707" pitchFamily="18" charset="2"/>
        <a:buChar char=""/>
        <a:defRPr kumimoji="0" sz="2400" kern="1200">
          <a:solidFill>
            <a:schemeClr val="tx2"/>
          </a:solidFill>
          <a:latin typeface="+mn-lt"/>
          <a:ea typeface="+mn-ea"/>
          <a:cs typeface="+mn-cs"/>
        </a:defRPr>
      </a:lvl3pPr>
      <a:lvl4pPr marL="1179576" indent="-201168" algn="l" rtl="0" eaLnBrk="1" latinLnBrk="0" hangingPunct="1">
        <a:spcBef>
          <a:spcPts val="300"/>
        </a:spcBef>
        <a:buClr>
          <a:schemeClr val="accent1">
            <a:lumMod val="50000"/>
          </a:schemeClr>
        </a:buClr>
        <a:buFont typeface="Wingdings 2" panose="05020102010507070707" pitchFamily="18" charset="2"/>
        <a:buChar char=""/>
        <a:defRPr kumimoji="0" sz="2200" kern="1200">
          <a:solidFill>
            <a:schemeClr val="tx2"/>
          </a:solidFill>
          <a:latin typeface="+mn-lt"/>
          <a:ea typeface="+mn-ea"/>
          <a:cs typeface="+mn-cs"/>
        </a:defRPr>
      </a:lvl4pPr>
      <a:lvl5pPr marL="1389888" indent="-182880" algn="l" rtl="0" eaLnBrk="1" latinLnBrk="0" hangingPunct="1">
        <a:spcBef>
          <a:spcPts val="300"/>
        </a:spcBef>
        <a:buClr>
          <a:schemeClr val="accent1">
            <a:lumMod val="50000"/>
          </a:schemeClr>
        </a:buClr>
        <a:buFont typeface="Wingdings 2" panose="05020102010507070707" pitchFamily="18" charset="2"/>
        <a:buChar char=""/>
        <a:defRPr kumimoji="0" sz="2000" kern="1200">
          <a:solidFill>
            <a:schemeClr val="tx2"/>
          </a:solidFill>
          <a:latin typeface="+mn-lt"/>
          <a:ea typeface="+mn-ea"/>
          <a:cs typeface="+mn-cs"/>
        </a:defRPr>
      </a:lvl5pPr>
      <a:lvl6pPr marL="1609344" indent="-182880" algn="l" rtl="0" eaLnBrk="1" latinLnBrk="0" hangingPunct="1">
        <a:spcBef>
          <a:spcPts val="300"/>
        </a:spcBef>
        <a:buClr>
          <a:schemeClr val="accent1">
            <a:lumMod val="50000"/>
          </a:schemeClr>
        </a:buClr>
        <a:buFont typeface="Wingdings 2" panose="05020102010507070707" pitchFamily="18" charset="2"/>
        <a:buChar char=""/>
        <a:defRPr kumimoji="0" sz="1800" kern="1200">
          <a:solidFill>
            <a:schemeClr val="tx2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chemeClr val="accent1">
            <a:lumMod val="50000"/>
          </a:schemeClr>
        </a:buClr>
        <a:buFont typeface="Wingdings 2" panose="05020102010507070707" pitchFamily="18" charset="2"/>
        <a:buChar char=""/>
        <a:defRPr kumimoji="0" sz="1600" kern="1200">
          <a:solidFill>
            <a:schemeClr val="tx2"/>
          </a:solidFill>
          <a:latin typeface="+mn-lt"/>
          <a:ea typeface="+mn-ea"/>
          <a:cs typeface="+mn-cs"/>
        </a:defRPr>
      </a:lvl7pPr>
      <a:lvl8pPr marL="2029968" indent="-182880" algn="l" rtl="0" eaLnBrk="1" latinLnBrk="0" hangingPunct="1">
        <a:spcBef>
          <a:spcPts val="300"/>
        </a:spcBef>
        <a:buClr>
          <a:schemeClr val="accent1">
            <a:lumMod val="50000"/>
          </a:schemeClr>
        </a:buClr>
        <a:buFont typeface="Wingdings 2" panose="05020102010507070707" pitchFamily="18" charset="2"/>
        <a:buChar char=""/>
        <a:defRPr kumimoji="0" sz="1500" kern="1200">
          <a:solidFill>
            <a:schemeClr val="tx2"/>
          </a:solidFill>
          <a:latin typeface="+mn-lt"/>
          <a:ea typeface="+mn-ea"/>
          <a:cs typeface="+mn-cs"/>
        </a:defRPr>
      </a:lvl8pPr>
      <a:lvl9pPr marL="2240280" indent="-182880" algn="l" rtl="0" eaLnBrk="1" latinLnBrk="0" hangingPunct="1">
        <a:spcBef>
          <a:spcPts val="300"/>
        </a:spcBef>
        <a:buClr>
          <a:schemeClr val="accent1">
            <a:lumMod val="50000"/>
          </a:schemeClr>
        </a:buClr>
        <a:buFont typeface="Wingdings 2" panose="05020102010507070707" pitchFamily="18" charset="2"/>
        <a:buChar char="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0" orient="horz" pos="2160" userDrawn="1">
          <p15:clr>
            <a:srgbClr val="F26B43"/>
          </p15:clr>
        </p15:guide>
        <p15:guide id="1" pos="3840" userDrawn="1">
          <p15:clr>
            <a:srgbClr val="F26B43"/>
          </p15:clr>
        </p15:guide>
        <p15:guide id="2" orient="horz" pos="415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Mobil Uygulama Geliştirme</a:t>
            </a:r>
            <a:endParaRPr lang="tr-TR" dirty="0"/>
          </a:p>
        </p:txBody>
      </p:sp>
      <p:sp>
        <p:nvSpPr>
          <p:cNvPr id="3" name="Alt Başlık 2"/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r>
              <a:rPr lang="tr-TR" dirty="0" err="1" smtClean="0"/>
              <a:t>Öğr</a:t>
            </a:r>
            <a:r>
              <a:rPr lang="tr-TR" dirty="0" smtClean="0"/>
              <a:t>. Gör. Zafer SERİN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706305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KOTLİN TEMELLERİ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algn="just"/>
            <a:r>
              <a:rPr lang="tr-TR" dirty="0" err="1" smtClean="0"/>
              <a:t>Kotlin’de</a:t>
            </a:r>
            <a:r>
              <a:rPr lang="tr-TR" dirty="0" smtClean="0"/>
              <a:t> </a:t>
            </a:r>
            <a:r>
              <a:rPr lang="tr-TR" dirty="0" err="1" smtClean="0"/>
              <a:t>if</a:t>
            </a:r>
            <a:r>
              <a:rPr lang="tr-TR" dirty="0" smtClean="0"/>
              <a:t> – else </a:t>
            </a:r>
            <a:r>
              <a:rPr lang="tr-TR" dirty="0" err="1" smtClean="0"/>
              <a:t>if</a:t>
            </a:r>
            <a:r>
              <a:rPr lang="tr-TR" dirty="0" smtClean="0"/>
              <a:t> – else yapısı ile koşul blokları oluşturulabilir.</a:t>
            </a:r>
          </a:p>
          <a:p>
            <a:pPr marL="109728" indent="0" algn="just">
              <a:buNone/>
            </a:pPr>
            <a:endParaRPr lang="tr-TR" dirty="0"/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4457570" y="2765375"/>
            <a:ext cx="3276859" cy="3293209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var 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puan1 = 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10</a:t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var 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puan2 = 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5</a:t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err="1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if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(puan1 &gt; 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7 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&amp;&amp; puan2 &lt; 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3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</a:t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{</a:t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kumimoji="0" lang="tr-TR" altLang="tr-TR" sz="1600" b="0" i="1" u="none" strike="noStrike" cap="none" normalizeH="0" baseline="0" dirty="0" err="1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println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"Yazi1"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</a:t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else </a:t>
            </a:r>
            <a:r>
              <a:rPr kumimoji="0" lang="tr-TR" altLang="tr-TR" sz="1600" b="0" i="0" u="none" strike="noStrike" cap="none" normalizeH="0" baseline="0" dirty="0" err="1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if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(puan1 &gt;= 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10 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|| puan2 &lt; 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2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</a:t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{</a:t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kumimoji="0" lang="tr-TR" altLang="tr-TR" sz="1600" b="0" i="1" u="none" strike="noStrike" cap="none" normalizeH="0" baseline="0" dirty="0" err="1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println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"Yazi2"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</a:t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else</a:t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{</a:t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kumimoji="0" lang="tr-TR" altLang="tr-TR" sz="1600" b="0" i="1" u="none" strike="noStrike" cap="none" normalizeH="0" baseline="0" dirty="0" err="1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println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"Yazi3"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</a:t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endParaRPr kumimoji="0" lang="tr-TR" altLang="tr-TR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8989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KOTLİN TEMELLERİ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algn="just"/>
            <a:r>
              <a:rPr lang="tr-TR" dirty="0" err="1" smtClean="0"/>
              <a:t>Kotlin’de</a:t>
            </a:r>
            <a:r>
              <a:rPr lang="tr-TR" dirty="0" smtClean="0"/>
              <a:t> </a:t>
            </a:r>
            <a:r>
              <a:rPr lang="tr-TR" dirty="0" err="1" smtClean="0"/>
              <a:t>while</a:t>
            </a:r>
            <a:r>
              <a:rPr lang="tr-TR" dirty="0" smtClean="0"/>
              <a:t> döngüsü aşağıdaki şekilde oluşturulabilir.</a:t>
            </a:r>
          </a:p>
          <a:p>
            <a:pPr marL="109728" indent="0" algn="just">
              <a:buNone/>
            </a:pPr>
            <a:endParaRPr lang="tr-TR" dirty="0"/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3656870" y="2703820"/>
            <a:ext cx="4878259" cy="3416320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var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deger1 =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0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while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(deger1 &lt;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10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{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kumimoji="0" lang="tr-TR" altLang="tr-TR" sz="3600" b="0" i="1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println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(deger1)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deger1 = deger1 +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1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endParaRPr kumimoji="0" lang="tr-TR" altLang="tr-TR" sz="3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358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KOTLİN TEMELLERİ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algn="just"/>
            <a:r>
              <a:rPr lang="tr-TR" dirty="0" err="1" smtClean="0"/>
              <a:t>Kotlin’de</a:t>
            </a:r>
            <a:r>
              <a:rPr lang="tr-TR" dirty="0" smtClean="0"/>
              <a:t> diğer programlama dillerindeki gibi geleneksel bir </a:t>
            </a:r>
            <a:r>
              <a:rPr lang="tr-TR" dirty="0" err="1" smtClean="0"/>
              <a:t>for</a:t>
            </a:r>
            <a:r>
              <a:rPr lang="tr-TR" dirty="0" smtClean="0"/>
              <a:t> döngüsü bulunmaz. Bunun yerine </a:t>
            </a:r>
            <a:r>
              <a:rPr lang="tr-TR" dirty="0" err="1" smtClean="0"/>
              <a:t>iteratif</a:t>
            </a:r>
            <a:r>
              <a:rPr lang="tr-TR" dirty="0" smtClean="0"/>
              <a:t> bir çalışma sunan </a:t>
            </a:r>
            <a:r>
              <a:rPr lang="tr-TR" dirty="0" err="1" smtClean="0"/>
              <a:t>for</a:t>
            </a:r>
            <a:r>
              <a:rPr lang="tr-TR" dirty="0" smtClean="0"/>
              <a:t> yapısı vardır.</a:t>
            </a:r>
          </a:p>
          <a:p>
            <a:pPr marL="109728" indent="0" algn="just">
              <a:buNone/>
            </a:pPr>
            <a:endParaRPr lang="tr-TR" dirty="0"/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2018601" y="3442484"/>
            <a:ext cx="8154797" cy="1938992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var 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sebzeler = </a:t>
            </a:r>
            <a:r>
              <a:rPr kumimoji="0" lang="tr-TR" altLang="tr-TR" sz="2400" b="0" i="1" u="none" strike="noStrike" cap="none" normalizeH="0" baseline="0" dirty="0" err="1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arrayOf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"domates"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</a:t>
            </a:r>
            <a:r>
              <a:rPr kumimoji="0" lang="tr-TR" altLang="tr-TR" sz="2400" b="0" i="0" u="none" strike="noStrike" cap="none" normalizeH="0" baseline="0" dirty="0" err="1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salatalik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</a:t>
            </a:r>
            <a:r>
              <a:rPr kumimoji="0" lang="tr-TR" altLang="tr-TR" sz="2400" b="0" i="0" u="none" strike="noStrike" cap="none" normalizeH="0" baseline="0" dirty="0" err="1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maydonoz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</a:t>
            </a:r>
            <a:b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2400" b="0" i="0" u="none" strike="noStrike" cap="none" normalizeH="0" baseline="0" dirty="0" err="1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for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(sebze 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in 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sebzeler)</a:t>
            </a:r>
            <a:b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{</a:t>
            </a:r>
            <a:b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kumimoji="0" lang="tr-TR" altLang="tr-TR" sz="2400" b="0" i="1" u="none" strike="noStrike" cap="none" normalizeH="0" baseline="0" dirty="0" err="1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println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(sebze)</a:t>
            </a:r>
            <a:b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endParaRPr kumimoji="0" lang="tr-TR" altLang="tr-TR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4399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KOTLİN TEMELLERİ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algn="just"/>
            <a:r>
              <a:rPr lang="tr-TR" dirty="0" smtClean="0"/>
              <a:t>Bu </a:t>
            </a:r>
            <a:r>
              <a:rPr lang="tr-TR" dirty="0" err="1" smtClean="0"/>
              <a:t>for</a:t>
            </a:r>
            <a:r>
              <a:rPr lang="tr-TR" dirty="0" smtClean="0"/>
              <a:t> yapısı ile geleneksel </a:t>
            </a:r>
            <a:r>
              <a:rPr lang="tr-TR" dirty="0" err="1" smtClean="0"/>
              <a:t>for</a:t>
            </a:r>
            <a:r>
              <a:rPr lang="tr-TR" dirty="0" smtClean="0"/>
              <a:t> döngüsü şu şekilde oluşturulabilir:</a:t>
            </a:r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/>
          </a:p>
        </p:txBody>
      </p:sp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4413488" y="3257818"/>
            <a:ext cx="3365024" cy="2308324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for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(sayi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in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0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..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9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{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kumimoji="0" lang="tr-TR" altLang="tr-TR" sz="3600" b="0" i="1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println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(sayi)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endParaRPr kumimoji="0" lang="tr-TR" altLang="tr-TR" sz="3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0359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KOTLİN TEMELLERİ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algn="just"/>
            <a:r>
              <a:rPr lang="tr-TR" dirty="0" err="1" smtClean="0"/>
              <a:t>Kotlinde</a:t>
            </a:r>
            <a:r>
              <a:rPr lang="tr-TR" dirty="0" smtClean="0"/>
              <a:t> parametre almayan ve değer döndürmeyen fonksiyon:</a:t>
            </a:r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/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/>
          </a:p>
          <a:p>
            <a:pPr marL="109728" indent="0" algn="just">
              <a:buNone/>
            </a:pPr>
            <a:endParaRPr lang="tr-TR" dirty="0" smtClean="0"/>
          </a:p>
          <a:p>
            <a:pPr algn="just"/>
            <a:r>
              <a:rPr lang="tr-TR" dirty="0" smtClean="0"/>
              <a:t>Fonksiyonu çağırmak için: </a:t>
            </a:r>
            <a:endParaRPr lang="tr-TR" dirty="0"/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3890909" y="2784792"/>
            <a:ext cx="4410182" cy="2308324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fun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56A8F5"/>
                </a:solidFill>
                <a:effectLst/>
                <a:latin typeface="JetBrains Mono"/>
              </a:rPr>
              <a:t>selamla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{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kumimoji="0" lang="tr-TR" altLang="tr-TR" sz="3600" b="0" i="1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println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"merhaba"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endParaRPr kumimoji="0" lang="tr-TR" altLang="tr-TR" sz="3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4818184" y="5418213"/>
            <a:ext cx="2082621" cy="646331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selamla()</a:t>
            </a:r>
            <a:endParaRPr kumimoji="0" lang="tr-TR" altLang="tr-TR" sz="3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8219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KOTLİN TEMELLERİ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algn="just"/>
            <a:r>
              <a:rPr lang="tr-TR" dirty="0" err="1" smtClean="0"/>
              <a:t>Kotlinde</a:t>
            </a:r>
            <a:r>
              <a:rPr lang="tr-TR" dirty="0" smtClean="0"/>
              <a:t> parametre alan ve değer döndürmeyen fonksiyon:</a:t>
            </a:r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/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/>
          </a:p>
          <a:p>
            <a:pPr marL="109728" indent="0" algn="just">
              <a:buNone/>
            </a:pPr>
            <a:endParaRPr lang="tr-TR" dirty="0" smtClean="0"/>
          </a:p>
          <a:p>
            <a:pPr algn="just"/>
            <a:r>
              <a:rPr lang="tr-TR" dirty="0" smtClean="0"/>
              <a:t>Fonksiyonu çağırmak için: </a:t>
            </a:r>
            <a:endParaRPr lang="tr-TR" dirty="0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3018875" y="2969431"/>
            <a:ext cx="6154249" cy="2308324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fun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56A8F5"/>
                </a:solidFill>
                <a:effectLst/>
                <a:latin typeface="JetBrains Mono"/>
              </a:rPr>
              <a:t>selamla2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(isim: String)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{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kumimoji="0" lang="tr-TR" altLang="tr-TR" sz="3600" b="0" i="1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println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"Hoşgeldin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${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isim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}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endParaRPr kumimoji="0" lang="tr-TR" altLang="tr-TR" sz="3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4835770" y="5435796"/>
            <a:ext cx="3743332" cy="646331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selamla2(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"Zafer"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</a:t>
            </a:r>
            <a:endParaRPr kumimoji="0" lang="tr-TR" altLang="tr-TR" sz="3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7388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KOTLİN TEMELLERİ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algn="just"/>
            <a:r>
              <a:rPr lang="tr-TR" dirty="0" err="1" smtClean="0"/>
              <a:t>Kotlinde</a:t>
            </a:r>
            <a:r>
              <a:rPr lang="tr-TR" dirty="0" smtClean="0"/>
              <a:t> parametre almayan ve değer döndüren fonksiyon:</a:t>
            </a:r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/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/>
          </a:p>
          <a:p>
            <a:pPr marL="109728" indent="0" algn="just">
              <a:buNone/>
            </a:pPr>
            <a:endParaRPr lang="tr-TR" dirty="0" smtClean="0"/>
          </a:p>
          <a:p>
            <a:pPr algn="just"/>
            <a:r>
              <a:rPr lang="tr-TR" dirty="0" smtClean="0"/>
              <a:t>Fonksiyonu çağırmak için: </a:t>
            </a:r>
            <a:endParaRPr lang="tr-TR" dirty="0"/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3746639" y="2865846"/>
            <a:ext cx="4698722" cy="2308324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fun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56A8F5"/>
                </a:solidFill>
                <a:effectLst/>
                <a:latin typeface="JetBrains Mono"/>
              </a:rPr>
              <a:t>selamla3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 : String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{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return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"selam"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endParaRPr kumimoji="0" lang="tr-TR" altLang="tr-TR" sz="3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4870939" y="5462789"/>
            <a:ext cx="5660524" cy="1200329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var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donus_degeri : String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donus_degeri = selamla3()</a:t>
            </a:r>
            <a:endParaRPr kumimoji="0" lang="tr-TR" altLang="tr-TR" sz="3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2590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KOTLİN TEMELLERİ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algn="just"/>
            <a:r>
              <a:rPr lang="tr-TR" dirty="0" err="1" smtClean="0"/>
              <a:t>Kotlinde</a:t>
            </a:r>
            <a:r>
              <a:rPr lang="tr-TR" dirty="0" smtClean="0"/>
              <a:t> parametre alan ve değer döndüren fonksiyon:</a:t>
            </a:r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/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/>
          </a:p>
          <a:p>
            <a:pPr marL="109728" indent="0" algn="just">
              <a:buNone/>
            </a:pPr>
            <a:endParaRPr lang="tr-TR" dirty="0" smtClean="0"/>
          </a:p>
          <a:p>
            <a:pPr algn="just"/>
            <a:r>
              <a:rPr lang="tr-TR" dirty="0" smtClean="0"/>
              <a:t>Fonksiyonu çağırmak için: </a:t>
            </a:r>
            <a:endParaRPr lang="tr-TR" dirty="0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912529" y="2784792"/>
            <a:ext cx="10366941" cy="2308324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fun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56A8F5"/>
                </a:solidFill>
                <a:effectLst/>
                <a:latin typeface="JetBrains Mono"/>
              </a:rPr>
              <a:t>selamla4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(isim : String, soyisim: String) : String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{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return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isim + soyisim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endParaRPr kumimoji="0" lang="tr-TR" altLang="tr-TR" sz="3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4888524" y="5523704"/>
            <a:ext cx="5985934" cy="830997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var 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isim_soyisim : String</a:t>
            </a:r>
            <a:b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isim_soyisim = selamla4(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"Zafer"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"SERİN"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</a:t>
            </a:r>
            <a:endParaRPr kumimoji="0" lang="tr-TR" altLang="tr-TR" sz="24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3545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KOTLİN TEMELLERİ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algn="just"/>
            <a:r>
              <a:rPr lang="tr-TR" dirty="0" err="1" smtClean="0"/>
              <a:t>Kotlinde</a:t>
            </a:r>
            <a:r>
              <a:rPr lang="tr-TR" dirty="0" smtClean="0"/>
              <a:t> </a:t>
            </a:r>
            <a:r>
              <a:rPr lang="tr-TR" dirty="0" err="1" smtClean="0"/>
              <a:t>class</a:t>
            </a:r>
            <a:r>
              <a:rPr lang="tr-TR" dirty="0" smtClean="0"/>
              <a:t> oluşturmak için:</a:t>
            </a:r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/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/>
          </a:p>
          <a:p>
            <a:pPr marL="109728" indent="0" algn="just">
              <a:buNone/>
            </a:pPr>
            <a:endParaRPr lang="tr-TR" dirty="0" smtClean="0"/>
          </a:p>
          <a:p>
            <a:pPr algn="just"/>
            <a:r>
              <a:rPr lang="tr-TR" dirty="0" smtClean="0"/>
              <a:t>Nesne oluşturmak için: </a:t>
            </a:r>
            <a:endParaRPr lang="tr-TR" dirty="0"/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4849505" y="2732402"/>
            <a:ext cx="2492990" cy="2308324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class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Insan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6F737A"/>
                </a:solidFill>
                <a:effectLst/>
                <a:latin typeface="JetBrains Mono"/>
              </a:rPr>
              <a:t>{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6F737A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6F737A"/>
                </a:solidFill>
                <a:effectLst/>
                <a:latin typeface="JetBrains Mono"/>
              </a:rPr>
              <a:t/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6F737A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6F737A"/>
                </a:solidFill>
                <a:effectLst/>
                <a:latin typeface="JetBrains Mono"/>
              </a:rPr>
              <a:t>}</a:t>
            </a:r>
            <a:endParaRPr kumimoji="0" lang="tr-TR" altLang="tr-TR" sz="3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4475285" y="5414127"/>
            <a:ext cx="3942105" cy="646331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var </a:t>
            </a:r>
            <a:r>
              <a:rPr kumimoji="0" lang="tr-TR" altLang="tr-TR" sz="3600" b="0" i="1" u="none" strike="noStrike" cap="none" normalizeH="0" baseline="0" dirty="0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zafer 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= </a:t>
            </a:r>
            <a:r>
              <a:rPr kumimoji="0" lang="tr-TR" altLang="tr-TR" sz="3600" b="0" i="0" u="none" strike="noStrike" cap="none" normalizeH="0" baseline="0" dirty="0" err="1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Insan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</a:t>
            </a:r>
            <a:endParaRPr kumimoji="0" lang="tr-TR" altLang="tr-TR" sz="3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3658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KOTLİN TEMELLERİ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algn="just"/>
            <a:r>
              <a:rPr lang="tr-TR" dirty="0" err="1" smtClean="0"/>
              <a:t>Kotlinde</a:t>
            </a:r>
            <a:r>
              <a:rPr lang="tr-TR" dirty="0" smtClean="0"/>
              <a:t> yapıcı metot(</a:t>
            </a:r>
            <a:r>
              <a:rPr lang="tr-TR" dirty="0" err="1" smtClean="0"/>
              <a:t>constructor</a:t>
            </a:r>
            <a:r>
              <a:rPr lang="tr-TR" dirty="0" smtClean="0"/>
              <a:t>) oluşturmak için</a:t>
            </a:r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/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/>
          </a:p>
          <a:p>
            <a:pPr marL="109728" indent="0" algn="just">
              <a:buNone/>
            </a:pPr>
            <a:endParaRPr lang="tr-TR" dirty="0" smtClean="0"/>
          </a:p>
          <a:p>
            <a:pPr algn="just"/>
            <a:r>
              <a:rPr lang="tr-TR" dirty="0" smtClean="0"/>
              <a:t>Nesne oluşturmak için: </a:t>
            </a:r>
            <a:endParaRPr lang="tr-TR" dirty="0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1933642" y="2932646"/>
            <a:ext cx="8324715" cy="1569660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class 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Insan (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var 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isim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: String, 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var 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soyisim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: String, 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var 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yas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:Int)</a:t>
            </a:r>
            <a:b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6F737A"/>
                </a:solidFill>
                <a:effectLst/>
                <a:latin typeface="JetBrains Mono"/>
              </a:rPr>
              <a:t>{</a:t>
            </a:r>
            <a:b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6F737A"/>
                </a:solidFill>
                <a:effectLst/>
                <a:latin typeface="JetBrains Mono"/>
              </a:rPr>
            </a:b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6F737A"/>
                </a:solidFill>
                <a:effectLst/>
                <a:latin typeface="JetBrains Mono"/>
              </a:rPr>
              <a:t/>
            </a:r>
            <a:b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6F737A"/>
                </a:solidFill>
                <a:effectLst/>
                <a:latin typeface="JetBrains Mono"/>
              </a:rPr>
            </a:b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6F737A"/>
                </a:solidFill>
                <a:effectLst/>
                <a:latin typeface="JetBrains Mono"/>
              </a:rPr>
              <a:t>}</a:t>
            </a:r>
            <a:endParaRPr kumimoji="0" lang="tr-TR" altLang="tr-TR" sz="24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4440115" y="5519310"/>
            <a:ext cx="5468164" cy="830997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var 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zafer = Insan(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"Zafer"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"SERİN"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28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</a:t>
            </a:r>
            <a:b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2400" b="0" i="1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println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(zafer.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yas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</a:t>
            </a:r>
            <a:endParaRPr kumimoji="0" lang="tr-TR" altLang="tr-TR" sz="24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1611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KOTLİN TEMELLERİ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algn="just"/>
            <a:r>
              <a:rPr lang="tr-TR" dirty="0" err="1" smtClean="0"/>
              <a:t>Kotlinde</a:t>
            </a:r>
            <a:r>
              <a:rPr lang="tr-TR" dirty="0" smtClean="0"/>
              <a:t> </a:t>
            </a:r>
            <a:r>
              <a:rPr lang="tr-TR" dirty="0" err="1" smtClean="0"/>
              <a:t>nullable</a:t>
            </a:r>
            <a:r>
              <a:rPr lang="tr-TR" dirty="0"/>
              <a:t> </a:t>
            </a:r>
            <a:r>
              <a:rPr lang="tr-TR" dirty="0" smtClean="0"/>
              <a:t>bir değişken tanımlamak için ‘?’ kullanılır.</a:t>
            </a:r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/>
          </a:p>
          <a:p>
            <a:pPr marL="109728" indent="0" algn="just">
              <a:buNone/>
            </a:pPr>
            <a:endParaRPr lang="tr-TR" dirty="0" smtClean="0"/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4131359" y="2824481"/>
            <a:ext cx="3929281" cy="646331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var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metin : String?</a:t>
            </a:r>
            <a:endParaRPr kumimoji="0" lang="tr-TR" altLang="tr-TR" sz="3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1514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KOTLİN TEMELLERİ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algn="just"/>
            <a:r>
              <a:rPr lang="tr-TR" dirty="0" err="1" smtClean="0"/>
              <a:t>Kotlinde</a:t>
            </a:r>
            <a:r>
              <a:rPr lang="tr-TR" dirty="0" smtClean="0"/>
              <a:t> 4 adet erişim belirteci kullanılır. Bunlar </a:t>
            </a:r>
            <a:r>
              <a:rPr lang="tr-TR" dirty="0" err="1" smtClean="0"/>
              <a:t>public</a:t>
            </a:r>
            <a:r>
              <a:rPr lang="tr-TR" dirty="0" smtClean="0"/>
              <a:t>, </a:t>
            </a:r>
            <a:r>
              <a:rPr lang="tr-TR" dirty="0" err="1" smtClean="0"/>
              <a:t>private</a:t>
            </a:r>
            <a:r>
              <a:rPr lang="tr-TR" dirty="0" smtClean="0"/>
              <a:t>, </a:t>
            </a:r>
            <a:r>
              <a:rPr lang="tr-TR" dirty="0" err="1" smtClean="0"/>
              <a:t>protected</a:t>
            </a:r>
            <a:r>
              <a:rPr lang="tr-TR" dirty="0" smtClean="0"/>
              <a:t> ve </a:t>
            </a:r>
            <a:r>
              <a:rPr lang="tr-TR" dirty="0" err="1" smtClean="0"/>
              <a:t>internaldır</a:t>
            </a:r>
            <a:r>
              <a:rPr lang="tr-TR" dirty="0" smtClean="0"/>
              <a:t>. Varsayılan olarak </a:t>
            </a:r>
            <a:r>
              <a:rPr lang="tr-TR" b="1" u="sng" dirty="0" err="1" smtClean="0"/>
              <a:t>public</a:t>
            </a:r>
            <a:r>
              <a:rPr lang="tr-TR" dirty="0" smtClean="0"/>
              <a:t> kullanılır.</a:t>
            </a:r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/>
          </a:p>
          <a:p>
            <a:pPr marL="109728" indent="0" algn="just">
              <a:buNone/>
            </a:pPr>
            <a:endParaRPr lang="tr-TR" dirty="0" smtClean="0"/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3653664" y="3158216"/>
            <a:ext cx="4884671" cy="3416320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class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Ornek{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public var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a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=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0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   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protected var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b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=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"0"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   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private var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c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=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false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   internal var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d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=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0.0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endParaRPr kumimoji="0" lang="tr-TR" altLang="tr-TR" sz="3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8423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KOTLİN TEMELLERİ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algn="just"/>
            <a:r>
              <a:rPr lang="tr-TR" dirty="0" err="1" smtClean="0"/>
              <a:t>Kotlin’de</a:t>
            </a:r>
            <a:r>
              <a:rPr lang="tr-TR" dirty="0" smtClean="0"/>
              <a:t> </a:t>
            </a:r>
            <a:r>
              <a:rPr lang="tr-TR" dirty="0" err="1" smtClean="0"/>
              <a:t>encapsulation</a:t>
            </a:r>
            <a:r>
              <a:rPr lang="tr-TR" dirty="0" smtClean="0"/>
              <a:t> şu şekilde kullanılabilir:</a:t>
            </a:r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/>
          </a:p>
          <a:p>
            <a:pPr marL="109728" indent="0" algn="just">
              <a:buNone/>
            </a:pPr>
            <a:endParaRPr lang="tr-TR" dirty="0" smtClean="0"/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2727129" y="2745102"/>
            <a:ext cx="6737742" cy="3970318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3600" b="0" i="0" u="none" strike="noStrike" cap="none" normalizeH="0" baseline="0" dirty="0" err="1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class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Bakiye</a:t>
            </a:r>
            <a:b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{</a:t>
            </a:r>
            <a:b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kumimoji="0" lang="tr-TR" altLang="tr-TR" sz="3600" b="0" i="0" u="none" strike="noStrike" cap="none" normalizeH="0" baseline="0" dirty="0" err="1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private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var 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_</a:t>
            </a:r>
            <a:r>
              <a:rPr kumimoji="0" lang="tr-TR" altLang="tr-TR" sz="3600" b="0" i="0" u="none" strike="noStrike" cap="none" normalizeH="0" baseline="0" dirty="0" err="1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deger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kumimoji="0" lang="tr-TR" altLang="tr-TR" sz="3600" b="0" i="0" u="none" strike="noStrike" cap="none" normalizeH="0" baseline="0" dirty="0" err="1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Int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= 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100</a:t>
            </a:r>
            <a:b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    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var </a:t>
            </a:r>
            <a:r>
              <a:rPr kumimoji="0" lang="tr-TR" altLang="tr-TR" sz="3600" b="0" i="0" u="none" strike="noStrike" cap="none" normalizeH="0" baseline="0" dirty="0" err="1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deger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kumimoji="0" lang="tr-TR" altLang="tr-TR" sz="3600" b="0" i="0" u="none" strike="noStrike" cap="none" normalizeH="0" baseline="0" dirty="0" err="1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Int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/>
            </a:r>
            <a:b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</a:t>
            </a:r>
            <a:r>
              <a:rPr kumimoji="0" lang="tr-TR" altLang="tr-TR" sz="3600" b="0" i="0" u="none" strike="noStrike" cap="none" normalizeH="0" baseline="0" dirty="0" err="1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get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 = 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_</a:t>
            </a:r>
            <a:r>
              <a:rPr kumimoji="0" lang="tr-TR" altLang="tr-TR" sz="3600" b="0" i="0" u="none" strike="noStrike" cap="none" normalizeH="0" baseline="0" dirty="0" err="1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deger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/>
            </a:r>
            <a:b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        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set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tr-TR" altLang="tr-TR" sz="3600" b="0" i="0" u="none" strike="noStrike" cap="none" normalizeH="0" baseline="0" dirty="0" err="1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value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 {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_</a:t>
            </a:r>
            <a:r>
              <a:rPr kumimoji="0" lang="tr-TR" altLang="tr-TR" sz="3600" b="0" i="0" u="none" strike="noStrike" cap="none" normalizeH="0" baseline="0" dirty="0" err="1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deger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 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= </a:t>
            </a:r>
            <a:r>
              <a:rPr kumimoji="0" lang="tr-TR" altLang="tr-TR" sz="3600" b="0" i="0" u="none" strike="noStrike" cap="none" normalizeH="0" baseline="0" dirty="0" err="1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value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b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endParaRPr kumimoji="0" lang="tr-TR" altLang="tr-TR" sz="3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6837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KOTLİN TEMELLERİ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algn="just"/>
            <a:r>
              <a:rPr lang="tr-TR" dirty="0" err="1" smtClean="0"/>
              <a:t>Kotlin’de</a:t>
            </a:r>
            <a:r>
              <a:rPr lang="tr-TR" dirty="0" smtClean="0"/>
              <a:t> </a:t>
            </a:r>
            <a:r>
              <a:rPr lang="tr-TR" dirty="0" err="1" smtClean="0"/>
              <a:t>encapsulation</a:t>
            </a:r>
            <a:r>
              <a:rPr lang="tr-TR" dirty="0" smtClean="0"/>
              <a:t> şu şekilde kullanılabilir:</a:t>
            </a:r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 smtClean="0"/>
          </a:p>
          <a:p>
            <a:pPr marL="109728" indent="0" algn="just">
              <a:buNone/>
            </a:pPr>
            <a:endParaRPr lang="tr-TR" dirty="0"/>
          </a:p>
          <a:p>
            <a:pPr marL="109728" indent="0" algn="just">
              <a:buNone/>
            </a:pPr>
            <a:endParaRPr lang="tr-TR" dirty="0" smtClean="0"/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4253188" y="2793584"/>
            <a:ext cx="3685624" cy="2308324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var 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b1 = Bakiye()</a:t>
            </a:r>
            <a:b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1" u="none" strike="noStrike" cap="none" normalizeH="0" baseline="0" dirty="0" err="1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println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(b1.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deger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</a:t>
            </a:r>
            <a:b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b1.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deger 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= 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250</a:t>
            </a:r>
            <a:b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</a:br>
            <a:r>
              <a:rPr kumimoji="0" lang="tr-TR" altLang="tr-TR" sz="3600" b="0" i="1" u="none" strike="noStrike" cap="none" normalizeH="0" baseline="0" dirty="0" err="1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println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(b1.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deger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</a:t>
            </a:r>
            <a:endParaRPr kumimoji="0" lang="tr-TR" altLang="tr-TR" sz="3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6468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KOTLİN TEMELLERİ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algn="just"/>
            <a:r>
              <a:rPr lang="tr-TR" dirty="0" err="1" smtClean="0"/>
              <a:t>Kotlin’de</a:t>
            </a:r>
            <a:r>
              <a:rPr lang="tr-TR" dirty="0"/>
              <a:t> </a:t>
            </a:r>
            <a:r>
              <a:rPr lang="tr-TR" dirty="0" smtClean="0"/>
              <a:t>‘:’ operatörü ile kalıtım yapılabilir. Bir </a:t>
            </a:r>
            <a:r>
              <a:rPr lang="tr-TR" dirty="0" err="1" smtClean="0"/>
              <a:t>class</a:t>
            </a:r>
            <a:r>
              <a:rPr lang="tr-TR" dirty="0" smtClean="0"/>
              <a:t> ‘final’ ve ‘</a:t>
            </a:r>
            <a:r>
              <a:rPr lang="tr-TR" dirty="0" err="1" smtClean="0"/>
              <a:t>open</a:t>
            </a:r>
            <a:r>
              <a:rPr lang="tr-TR" dirty="0" smtClean="0"/>
              <a:t>’ anahtar sözcükleri ile işaretlenebilir. Bir </a:t>
            </a:r>
            <a:r>
              <a:rPr lang="tr-TR" dirty="0" err="1" smtClean="0"/>
              <a:t>classtan</a:t>
            </a:r>
            <a:r>
              <a:rPr lang="tr-TR" dirty="0" smtClean="0"/>
              <a:t> kalıtım alınabilmesi için ‘</a:t>
            </a:r>
            <a:r>
              <a:rPr lang="tr-TR" dirty="0" err="1" smtClean="0"/>
              <a:t>open</a:t>
            </a:r>
            <a:r>
              <a:rPr lang="tr-TR" dirty="0" smtClean="0"/>
              <a:t>’ anahtar sözcüğü ile işaretlenmesi gerekir; ancak varsayılan olarak ‘final’ ile işaretlidir ve kalıtıma izin vermez!</a:t>
            </a:r>
          </a:p>
          <a:p>
            <a:pPr marL="109728" indent="0" algn="just">
              <a:buNone/>
            </a:pPr>
            <a:endParaRPr lang="tr-TR" dirty="0"/>
          </a:p>
          <a:p>
            <a:pPr marL="109728" indent="0" algn="just">
              <a:buNone/>
            </a:pPr>
            <a:endParaRPr lang="tr-TR" dirty="0" smtClean="0"/>
          </a:p>
        </p:txBody>
      </p:sp>
    </p:spTree>
    <p:extLst>
      <p:ext uri="{BB962C8B-B14F-4D97-AF65-F5344CB8AC3E}">
        <p14:creationId xmlns:p14="http://schemas.microsoft.com/office/powerpoint/2010/main" val="1796960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KOTLİN TEMELLERİ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marL="109728" indent="0" algn="just">
              <a:buNone/>
            </a:pPr>
            <a:endParaRPr lang="tr-TR" sz="3600" dirty="0"/>
          </a:p>
          <a:p>
            <a:pPr marL="109728" indent="0" algn="just">
              <a:buNone/>
            </a:pPr>
            <a:endParaRPr lang="tr-TR" sz="3600" dirty="0" smtClean="0"/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3785111" y="2149822"/>
            <a:ext cx="4621778" cy="4524315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3600" b="0" i="0" u="none" strike="noStrike" cap="none" normalizeH="0" baseline="0" dirty="0" err="1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open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tr-TR" altLang="tr-TR" sz="3600" b="0" i="0" u="none" strike="noStrike" cap="none" normalizeH="0" baseline="0" dirty="0" err="1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class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Bitki</a:t>
            </a:r>
            <a:b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6F737A"/>
                </a:solidFill>
                <a:effectLst/>
                <a:latin typeface="JetBrains Mono"/>
              </a:rPr>
              <a:t>{</a:t>
            </a:r>
            <a:b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6F737A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6F737A"/>
                </a:solidFill>
                <a:effectLst/>
                <a:latin typeface="JetBrains Mono"/>
              </a:rPr>
              <a:t/>
            </a:r>
            <a:b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6F737A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6F737A"/>
                </a:solidFill>
                <a:effectLst/>
                <a:latin typeface="JetBrains Mono"/>
              </a:rPr>
              <a:t>}</a:t>
            </a:r>
            <a:b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6F737A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dirty="0" err="1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class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Papatya : Bitki()</a:t>
            </a:r>
            <a:b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6F737A"/>
                </a:solidFill>
                <a:effectLst/>
                <a:latin typeface="JetBrains Mono"/>
              </a:rPr>
              <a:t>{</a:t>
            </a:r>
            <a:b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6F737A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6F737A"/>
                </a:solidFill>
                <a:effectLst/>
                <a:latin typeface="JetBrains Mono"/>
              </a:rPr>
              <a:t/>
            </a:r>
            <a:b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6F737A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6F737A"/>
                </a:solidFill>
                <a:effectLst/>
                <a:latin typeface="JetBrains Mono"/>
              </a:rPr>
              <a:t>}</a:t>
            </a:r>
            <a:endParaRPr kumimoji="0" lang="tr-TR" altLang="tr-TR" sz="3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18941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KOTLİN TEMELLERİ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algn="just"/>
            <a:r>
              <a:rPr lang="tr-TR" dirty="0" err="1" smtClean="0"/>
              <a:t>Kotlin’de</a:t>
            </a:r>
            <a:r>
              <a:rPr lang="tr-TR" dirty="0"/>
              <a:t> </a:t>
            </a:r>
            <a:r>
              <a:rPr lang="tr-TR" dirty="0" err="1" smtClean="0"/>
              <a:t>polimorfizm</a:t>
            </a:r>
            <a:r>
              <a:rPr lang="tr-TR" dirty="0" smtClean="0"/>
              <a:t> uygulanabilir. </a:t>
            </a:r>
            <a:r>
              <a:rPr lang="tr-TR" dirty="0" err="1" smtClean="0"/>
              <a:t>Override</a:t>
            </a:r>
            <a:r>
              <a:rPr lang="tr-TR" dirty="0" smtClean="0"/>
              <a:t>(ezilmek) istenen metotlar kalıtımda olduğu gibi varsayılan olarak ‘final’ anahtar sözcüğü ile işaretlidir ve </a:t>
            </a:r>
            <a:r>
              <a:rPr lang="tr-TR" err="1" smtClean="0"/>
              <a:t>override</a:t>
            </a:r>
            <a:r>
              <a:rPr lang="tr-TR" smtClean="0"/>
              <a:t> </a:t>
            </a:r>
            <a:r>
              <a:rPr lang="tr-TR" smtClean="0"/>
              <a:t>edilemez</a:t>
            </a:r>
            <a:r>
              <a:rPr lang="tr-TR" dirty="0" smtClean="0"/>
              <a:t>. </a:t>
            </a:r>
            <a:r>
              <a:rPr lang="tr-TR" dirty="0" err="1" smtClean="0"/>
              <a:t>Override</a:t>
            </a:r>
            <a:r>
              <a:rPr lang="tr-TR" dirty="0" smtClean="0"/>
              <a:t> edilmesi için ‘</a:t>
            </a:r>
            <a:r>
              <a:rPr lang="tr-TR" dirty="0" err="1" smtClean="0"/>
              <a:t>open</a:t>
            </a:r>
            <a:r>
              <a:rPr lang="tr-TR" dirty="0" smtClean="0"/>
              <a:t>’ anahtar sözcüğü ile işaretlenmelidir ve alt sınıfta ‘</a:t>
            </a:r>
            <a:r>
              <a:rPr lang="tr-TR" dirty="0" err="1" smtClean="0"/>
              <a:t>override</a:t>
            </a:r>
            <a:r>
              <a:rPr lang="tr-TR" dirty="0" smtClean="0"/>
              <a:t>’ anahtar sözcüğü ile ezilmelidir.</a:t>
            </a:r>
          </a:p>
          <a:p>
            <a:pPr marL="109728" indent="0" algn="just">
              <a:buNone/>
            </a:pPr>
            <a:endParaRPr lang="tr-TR" dirty="0"/>
          </a:p>
          <a:p>
            <a:pPr marL="109728" indent="0" algn="just">
              <a:buNone/>
            </a:pPr>
            <a:endParaRPr lang="tr-TR" dirty="0" smtClean="0"/>
          </a:p>
        </p:txBody>
      </p:sp>
    </p:spTree>
    <p:extLst>
      <p:ext uri="{BB962C8B-B14F-4D97-AF65-F5344CB8AC3E}">
        <p14:creationId xmlns:p14="http://schemas.microsoft.com/office/powerpoint/2010/main" val="2234192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KOTLİN TEMELLERİ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marL="109728" indent="0" algn="just">
              <a:buNone/>
            </a:pPr>
            <a:endParaRPr lang="tr-TR" sz="2400" dirty="0"/>
          </a:p>
          <a:p>
            <a:pPr marL="109728" indent="0" algn="just">
              <a:buNone/>
            </a:pPr>
            <a:endParaRPr lang="tr-TR" sz="2400" dirty="0" smtClean="0"/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4394252" y="2209800"/>
            <a:ext cx="3403496" cy="3785652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1600" b="0" i="0" u="none" strike="noStrike" cap="none" normalizeH="0" baseline="0" dirty="0" err="1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open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tr-TR" altLang="tr-TR" sz="1600" b="0" i="0" u="none" strike="noStrike" cap="none" normalizeH="0" baseline="0" dirty="0" err="1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class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Hayvan</a:t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{</a:t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kumimoji="0" lang="tr-TR" altLang="tr-TR" sz="1600" b="0" i="0" u="none" strike="noStrike" cap="none" normalizeH="0" baseline="0" dirty="0" err="1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open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tr-TR" altLang="tr-TR" sz="1600" b="0" i="0" u="none" strike="noStrike" cap="none" normalizeH="0" baseline="0" dirty="0" err="1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fun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56A8F5"/>
                </a:solidFill>
                <a:effectLst/>
                <a:latin typeface="JetBrains Mono"/>
              </a:rPr>
              <a:t>ses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</a:t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{</a:t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</a:t>
            </a:r>
            <a:r>
              <a:rPr kumimoji="0" lang="tr-TR" altLang="tr-TR" sz="1600" b="0" i="1" u="none" strike="noStrike" cap="none" normalizeH="0" baseline="0" dirty="0" err="1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println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"Hayvan ses çıkarıyor"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</a:t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}</a:t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/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err="1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class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Kedi : Hayvan()</a:t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{</a:t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kumimoji="0" lang="tr-TR" altLang="tr-TR" sz="1600" b="0" i="0" u="none" strike="noStrike" cap="none" normalizeH="0" baseline="0" dirty="0" err="1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override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tr-TR" altLang="tr-TR" sz="1600" b="0" i="0" u="none" strike="noStrike" cap="none" normalizeH="0" baseline="0" dirty="0" err="1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fun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56A8F5"/>
                </a:solidFill>
                <a:effectLst/>
                <a:latin typeface="JetBrains Mono"/>
              </a:rPr>
              <a:t>ses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</a:t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{</a:t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</a:t>
            </a:r>
            <a:r>
              <a:rPr kumimoji="0" lang="tr-TR" altLang="tr-TR" sz="1600" b="0" i="1" u="none" strike="noStrike" cap="none" normalizeH="0" baseline="0" dirty="0" err="1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println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"Kedi miyavlıyor."</a:t>
            </a: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</a:t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}</a:t>
            </a:r>
            <a:b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1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endParaRPr kumimoji="0" lang="tr-TR" altLang="tr-TR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5468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KOTLİN TEMELLERİ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algn="just"/>
            <a:r>
              <a:rPr lang="tr-TR" dirty="0" smtClean="0"/>
              <a:t>Nesne üretilerek kullanımı:</a:t>
            </a:r>
            <a:endParaRPr lang="tr-TR" dirty="0"/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4775767" y="2842320"/>
            <a:ext cx="2640466" cy="1569660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var 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h1 = Hayvan()</a:t>
            </a:r>
            <a:b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h1.ses()</a:t>
            </a:r>
            <a:b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var 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k1 = Kedi()</a:t>
            </a:r>
            <a:b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k1.ses()</a:t>
            </a:r>
            <a:endParaRPr kumimoji="0" lang="tr-TR" altLang="tr-TR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03822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KOTLİN TEMELLERİ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algn="just"/>
            <a:r>
              <a:rPr lang="tr-TR" dirty="0" err="1" smtClean="0"/>
              <a:t>Kotlinde</a:t>
            </a:r>
            <a:r>
              <a:rPr lang="tr-TR" dirty="0" smtClean="0"/>
              <a:t> </a:t>
            </a:r>
            <a:r>
              <a:rPr lang="tr-TR" dirty="0" err="1" smtClean="0"/>
              <a:t>abstract</a:t>
            </a:r>
            <a:r>
              <a:rPr lang="tr-TR" dirty="0" smtClean="0"/>
              <a:t> </a:t>
            </a:r>
            <a:r>
              <a:rPr lang="tr-TR" dirty="0" err="1" smtClean="0"/>
              <a:t>class</a:t>
            </a:r>
            <a:r>
              <a:rPr lang="tr-TR" dirty="0" smtClean="0"/>
              <a:t> tanımlanarak </a:t>
            </a:r>
            <a:r>
              <a:rPr lang="tr-TR" dirty="0" err="1" smtClean="0"/>
              <a:t>abstraction</a:t>
            </a:r>
            <a:r>
              <a:rPr lang="tr-TR" dirty="0" smtClean="0"/>
              <a:t> yapılabilir.</a:t>
            </a:r>
            <a:endParaRPr lang="tr-TR" dirty="0"/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4133764" y="2703016"/>
            <a:ext cx="3924472" cy="4154984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abstract class 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Balik</a:t>
            </a:r>
            <a:b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{</a:t>
            </a:r>
            <a:b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abstract fun 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56A8F5"/>
                </a:solidFill>
                <a:effectLst/>
                <a:latin typeface="JetBrains Mono"/>
              </a:rPr>
              <a:t>Yuz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</a:t>
            </a:r>
            <a:b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b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/>
            </a:r>
            <a:b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class 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Beta : Balik()</a:t>
            </a:r>
            <a:b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{</a:t>
            </a:r>
            <a:b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override fun 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56A8F5"/>
                </a:solidFill>
                <a:effectLst/>
                <a:latin typeface="JetBrains Mono"/>
              </a:rPr>
              <a:t>Yuz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 {</a:t>
            </a:r>
            <a:b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</a:t>
            </a:r>
            <a:r>
              <a:rPr kumimoji="0" lang="tr-TR" altLang="tr-TR" sz="2400" b="0" i="1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println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"Beta yüzüyor"</a:t>
            </a: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</a:t>
            </a:r>
            <a:b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}</a:t>
            </a:r>
            <a:b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24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endParaRPr kumimoji="0" lang="tr-TR" altLang="tr-TR" sz="24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4477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KOTLİN TEMELLERİ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algn="just"/>
            <a:r>
              <a:rPr lang="tr-TR" dirty="0" err="1" smtClean="0"/>
              <a:t>Kotlinde</a:t>
            </a:r>
            <a:r>
              <a:rPr lang="tr-TR" dirty="0" smtClean="0"/>
              <a:t> </a:t>
            </a:r>
            <a:r>
              <a:rPr lang="tr-TR" dirty="0" err="1" smtClean="0"/>
              <a:t>abstract</a:t>
            </a:r>
            <a:r>
              <a:rPr lang="tr-TR" dirty="0" smtClean="0"/>
              <a:t> </a:t>
            </a:r>
            <a:r>
              <a:rPr lang="tr-TR" dirty="0" err="1" smtClean="0"/>
              <a:t>class</a:t>
            </a:r>
            <a:r>
              <a:rPr lang="tr-TR" dirty="0" smtClean="0"/>
              <a:t> tanımlanarak </a:t>
            </a:r>
            <a:r>
              <a:rPr lang="tr-TR" dirty="0" err="1" smtClean="0"/>
              <a:t>abstraction</a:t>
            </a:r>
            <a:r>
              <a:rPr lang="tr-TR" dirty="0" smtClean="0"/>
              <a:t> yapılabilir.</a:t>
            </a:r>
            <a:endParaRPr lang="tr-TR" dirty="0"/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4445548" y="2837628"/>
            <a:ext cx="3300904" cy="1200329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var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b1 = Balik()</a:t>
            </a:r>
            <a:b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var </a:t>
            </a:r>
            <a:r>
              <a:rPr kumimoji="0" lang="tr-TR" altLang="tr-TR" sz="3600" b="0" i="0" u="none" strike="noStrike" cap="none" normalizeH="0" baseline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b2 = Beta()</a:t>
            </a:r>
            <a:endParaRPr kumimoji="0" lang="tr-TR" altLang="tr-TR" sz="3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9802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KOTLİN TEMELLERİ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algn="just"/>
            <a:r>
              <a:rPr lang="tr-TR" dirty="0" err="1" smtClean="0"/>
              <a:t>Lambda</a:t>
            </a:r>
            <a:r>
              <a:rPr lang="tr-TR" dirty="0" smtClean="0"/>
              <a:t> fonksiyonları anonim ve küçük çaplı fonksiyonlar tanımlamak için kullanılır. Özellikle son 10 yılda popülaritesi oldukça artmış ve güncel programlama dillerinin pek çoğunda kullanılmaktadır. </a:t>
            </a:r>
            <a:endParaRPr lang="tr-TR" dirty="0"/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3890909" y="3829318"/>
            <a:ext cx="4410182" cy="2308324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3600" b="0" i="0" u="none" strike="noStrike" cap="none" normalizeH="0" baseline="0" dirty="0" err="1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fun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tr-TR" altLang="tr-TR" sz="3600" b="0" i="0" u="none" strike="noStrike" cap="none" normalizeH="0" baseline="0" dirty="0" err="1" smtClean="0">
                <a:ln>
                  <a:noFill/>
                </a:ln>
                <a:solidFill>
                  <a:srgbClr val="56A8F5"/>
                </a:solidFill>
                <a:effectLst/>
                <a:latin typeface="JetBrains Mono"/>
              </a:rPr>
              <a:t>SelamVer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</a:t>
            </a:r>
            <a:b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{</a:t>
            </a:r>
            <a:b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kumimoji="0" lang="tr-TR" altLang="tr-TR" sz="3600" b="0" i="1" u="none" strike="noStrike" cap="none" normalizeH="0" baseline="0" dirty="0" err="1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println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"Merhaba"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</a:t>
            </a:r>
            <a:b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endParaRPr kumimoji="0" lang="tr-TR" altLang="tr-TR" sz="3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3897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KOTLİN TEMELLERİ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algn="just"/>
            <a:r>
              <a:rPr lang="tr-TR" dirty="0" err="1" smtClean="0"/>
              <a:t>Lambda</a:t>
            </a:r>
            <a:r>
              <a:rPr lang="tr-TR" dirty="0" smtClean="0"/>
              <a:t> fonksiyonları anonim ve küçük çaplı fonksiyonlar tanımlamak için kullanılır. Özellikle son 10 yılda popülaritesi oldukça artmış ve güncel programlama dillerinin pek çoğunda kullanılmaktadır. </a:t>
            </a:r>
            <a:endParaRPr lang="tr-TR" dirty="0"/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2009463" y="5654840"/>
            <a:ext cx="8173071" cy="461665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var </a:t>
            </a:r>
            <a:r>
              <a:rPr kumimoji="0" lang="tr-TR" altLang="tr-TR" sz="2400" b="0" i="0" u="none" strike="noStrike" cap="none" normalizeH="0" baseline="0" dirty="0" err="1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SelamVer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 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= </a:t>
            </a:r>
            <a:r>
              <a:rPr kumimoji="0" lang="tr-TR" altLang="tr-TR" sz="2400" b="1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{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isim: </a:t>
            </a:r>
            <a:r>
              <a:rPr kumimoji="0" lang="tr-TR" altLang="tr-TR" sz="2400" b="0" i="0" u="none" strike="noStrike" cap="none" normalizeH="0" baseline="0" dirty="0" err="1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String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kumimoji="0" lang="tr-TR" altLang="tr-TR" sz="2400" b="1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-&gt; </a:t>
            </a:r>
            <a:r>
              <a:rPr kumimoji="0" lang="tr-TR" altLang="tr-TR" sz="2400" b="0" i="1" u="none" strike="noStrike" cap="none" normalizeH="0" baseline="0" dirty="0" err="1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println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"Merhaba 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${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isim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}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 </a:t>
            </a:r>
            <a:r>
              <a:rPr kumimoji="0" lang="tr-TR" altLang="tr-TR" sz="2400" b="1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endParaRPr kumimoji="0" lang="tr-TR" altLang="tr-TR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Rectangle 2"/>
          <p:cNvSpPr>
            <a:spLocks noChangeArrowheads="1"/>
          </p:cNvSpPr>
          <p:nvPr/>
        </p:nvSpPr>
        <p:spPr bwMode="auto">
          <a:xfrm>
            <a:off x="4088878" y="3762806"/>
            <a:ext cx="4014240" cy="1569660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2400" b="0" i="0" u="none" strike="noStrike" cap="none" normalizeH="0" baseline="0" dirty="0" err="1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fun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tr-TR" altLang="tr-TR" sz="2400" b="0" i="0" u="none" strike="noStrike" cap="none" normalizeH="0" baseline="0" dirty="0" err="1" smtClean="0">
                <a:ln>
                  <a:noFill/>
                </a:ln>
                <a:solidFill>
                  <a:srgbClr val="56A8F5"/>
                </a:solidFill>
                <a:effectLst/>
                <a:latin typeface="JetBrains Mono"/>
              </a:rPr>
              <a:t>SelamVer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(isim: </a:t>
            </a:r>
            <a:r>
              <a:rPr kumimoji="0" lang="tr-TR" altLang="tr-TR" sz="2400" b="0" i="0" u="none" strike="noStrike" cap="none" normalizeH="0" baseline="0" dirty="0" err="1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String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</a:t>
            </a:r>
            <a:b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{</a:t>
            </a:r>
            <a:b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kumimoji="0" lang="tr-TR" altLang="tr-TR" sz="2400" b="0" i="1" u="none" strike="noStrike" cap="none" normalizeH="0" baseline="0" dirty="0" err="1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println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"Merhaba 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${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isim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}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</a:t>
            </a: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</a:t>
            </a:r>
            <a:b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tr-TR" altLang="tr-TR" sz="24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endParaRPr kumimoji="0" lang="tr-TR" altLang="tr-TR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5" name="Düz Ok Bağlayıcısı 14"/>
          <p:cNvCxnSpPr/>
          <p:nvPr/>
        </p:nvCxnSpPr>
        <p:spPr>
          <a:xfrm flipH="1">
            <a:off x="3182815" y="4220308"/>
            <a:ext cx="1978271" cy="15210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Düz Ok Bağlayıcısı 17"/>
          <p:cNvCxnSpPr/>
          <p:nvPr/>
        </p:nvCxnSpPr>
        <p:spPr>
          <a:xfrm flipH="1">
            <a:off x="5073162" y="4220308"/>
            <a:ext cx="1696916" cy="15210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Düz Ok Bağlayıcısı 20"/>
          <p:cNvCxnSpPr/>
          <p:nvPr/>
        </p:nvCxnSpPr>
        <p:spPr>
          <a:xfrm>
            <a:off x="5301762" y="4980842"/>
            <a:ext cx="3169857" cy="76053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85504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KOTLİN TEMELLERİ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algn="just"/>
            <a:r>
              <a:rPr lang="tr-TR" dirty="0" err="1" smtClean="0"/>
              <a:t>Lambda</a:t>
            </a:r>
            <a:r>
              <a:rPr lang="tr-TR" dirty="0" smtClean="0"/>
              <a:t> fonksiyonları ile bir değer döndürülmek istenirse doğrudan yapılacak işlem yazılabilir. </a:t>
            </a:r>
            <a:r>
              <a:rPr lang="tr-TR" b="1" u="sng" dirty="0" err="1" smtClean="0"/>
              <a:t>return</a:t>
            </a:r>
            <a:r>
              <a:rPr lang="tr-TR" b="1" u="sng" dirty="0" smtClean="0"/>
              <a:t> ifadesi kullanılmaz</a:t>
            </a:r>
          </a:p>
          <a:p>
            <a:pPr algn="just"/>
            <a:endParaRPr lang="tr-TR" b="1" u="sng" dirty="0"/>
          </a:p>
          <a:p>
            <a:pPr algn="just"/>
            <a:endParaRPr lang="tr-TR" b="1" u="sng" dirty="0" smtClean="0"/>
          </a:p>
          <a:p>
            <a:pPr algn="just"/>
            <a:endParaRPr lang="tr-TR" b="1" u="sng" dirty="0"/>
          </a:p>
          <a:p>
            <a:pPr algn="just"/>
            <a:r>
              <a:rPr lang="tr-TR" dirty="0" smtClean="0"/>
              <a:t>Çağırma: </a:t>
            </a:r>
            <a:endParaRPr lang="tr-TR" dirty="0"/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2679936" y="3325642"/>
            <a:ext cx="6832127" cy="646331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var 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Topla 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= </a:t>
            </a:r>
            <a:r>
              <a:rPr kumimoji="0" lang="tr-TR" altLang="tr-TR" sz="3600" b="1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{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a: </a:t>
            </a:r>
            <a:r>
              <a:rPr kumimoji="0" lang="tr-TR" altLang="tr-TR" sz="3600" b="0" i="0" u="none" strike="noStrike" cap="none" normalizeH="0" baseline="0" dirty="0" err="1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Int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b:Int </a:t>
            </a:r>
            <a:r>
              <a:rPr kumimoji="0" lang="tr-TR" altLang="tr-TR" sz="3600" b="1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-&gt; 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a + b</a:t>
            </a:r>
            <a:r>
              <a:rPr kumimoji="0" lang="tr-TR" altLang="tr-TR" sz="3600" b="1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endParaRPr kumimoji="0" lang="tr-TR" altLang="tr-TR" sz="3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2470638" y="4477434"/>
            <a:ext cx="2364878" cy="646331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Topla(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2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3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</a:t>
            </a:r>
            <a:endParaRPr kumimoji="0" lang="tr-TR" altLang="tr-TR" sz="3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9793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KOTLİN TEMELLERİ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algn="just"/>
            <a:r>
              <a:rPr lang="tr-TR" dirty="0" smtClean="0"/>
              <a:t>Bir diğer </a:t>
            </a:r>
            <a:r>
              <a:rPr lang="tr-TR" dirty="0" err="1" smtClean="0"/>
              <a:t>lambda</a:t>
            </a:r>
            <a:r>
              <a:rPr lang="tr-TR" dirty="0" smtClean="0"/>
              <a:t> fonksiyonu yazımı şu şekildedir:</a:t>
            </a:r>
            <a:endParaRPr lang="tr-TR" b="1" u="sng" dirty="0" smtClean="0"/>
          </a:p>
          <a:p>
            <a:pPr algn="just"/>
            <a:endParaRPr lang="tr-TR" b="1" u="sng" dirty="0"/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572967" y="2982743"/>
            <a:ext cx="9046066" cy="646331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var </a:t>
            </a:r>
            <a:r>
              <a:rPr kumimoji="0" lang="tr-TR" altLang="tr-TR" sz="3600" b="0" i="0" u="none" strike="noStrike" cap="none" normalizeH="0" baseline="0" dirty="0" err="1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Carpma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 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: (</a:t>
            </a:r>
            <a:r>
              <a:rPr kumimoji="0" lang="tr-TR" altLang="tr-TR" sz="3600" b="0" i="0" u="none" strike="noStrike" cap="none" normalizeH="0" baseline="0" dirty="0" err="1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Int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kumimoji="0" lang="tr-TR" altLang="tr-TR" sz="3600" b="0" i="0" u="none" strike="noStrike" cap="none" normalizeH="0" baseline="0" dirty="0" err="1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Int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 -&gt; </a:t>
            </a:r>
            <a:r>
              <a:rPr kumimoji="0" lang="tr-TR" altLang="tr-TR" sz="3600" b="0" i="0" u="none" strike="noStrike" cap="none" normalizeH="0" baseline="0" dirty="0" err="1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Int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= </a:t>
            </a:r>
            <a:r>
              <a:rPr kumimoji="0" lang="tr-TR" altLang="tr-TR" sz="3600" b="1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{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a, b </a:t>
            </a:r>
            <a:r>
              <a:rPr kumimoji="0" lang="tr-TR" altLang="tr-TR" sz="3600" b="1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-&gt; </a:t>
            </a:r>
            <a:r>
              <a:rPr kumimoji="0" lang="tr-TR" altLang="tr-TR" sz="3600" b="0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a * b</a:t>
            </a:r>
            <a:r>
              <a:rPr kumimoji="0" lang="tr-TR" altLang="tr-TR" sz="3600" b="1" i="0" u="none" strike="noStrike" cap="none" normalizeH="0" baseline="0" dirty="0" smtClean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endParaRPr kumimoji="0" lang="tr-TR" altLang="tr-TR" sz="3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4543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Eğitim sunusu">
  <a:themeElements>
    <a:clrScheme name="Green Yellow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Calibri">
      <a:majorFont>
        <a:latin typeface="Calibri" panose="020F0502020204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100000">
              <a:schemeClr val="phClr">
                <a:tint val="80000"/>
                <a:satMod val="250000"/>
              </a:schemeClr>
            </a:gs>
            <a:gs pos="60000">
              <a:schemeClr val="phClr">
                <a:shade val="38000"/>
                <a:satMod val="175000"/>
              </a:schemeClr>
            </a:gs>
            <a:gs pos="0">
              <a:schemeClr val="phClr">
                <a:shade val="30000"/>
                <a:satMod val="175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</a:schemeClr>
              <a:schemeClr val="phClr">
                <a:tint val="96000"/>
                <a:satMod val="150000"/>
              </a:schemeClr>
            </a:duotone>
          </a:blip>
          <a:tile tx="0" ty="0" sx="80000" sy="8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6225310_TF03460604" id="{F6EFC989-8B6A-426D-8CC8-42909735A4A0}" vid="{6F0D95CE-7106-4C3E-8D98-EE1220DA24E4}"/>
    </a:ext>
  </a:extLst>
</a:theme>
</file>

<file path=ppt/theme/theme2.xml><?xml version="1.0" encoding="utf-8"?>
<a:theme xmlns:a="http://schemas.openxmlformats.org/drawingml/2006/main" name="Ofis Teması">
  <a:themeElements>
    <a:clrScheme name="Green Yellow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Calibri">
      <a:majorFont>
        <a:latin typeface="Calibri" panose="020F0502020204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is Teması">
  <a:themeElements>
    <a:clrScheme name="Green Yellow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Calibri">
      <a:majorFont>
        <a:latin typeface="Calibri" panose="020F0502020204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Eğitim sunusu</Template>
  <TotalTime>1391</TotalTime>
  <Words>2056</Words>
  <Application>Microsoft Office PowerPoint</Application>
  <PresentationFormat>Geniş ekran</PresentationFormat>
  <Paragraphs>211</Paragraphs>
  <Slides>26</Slides>
  <Notes>26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5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26</vt:i4>
      </vt:variant>
    </vt:vector>
  </HeadingPairs>
  <TitlesOfParts>
    <vt:vector size="32" baseType="lpstr">
      <vt:lpstr>Arial</vt:lpstr>
      <vt:lpstr>Calibri</vt:lpstr>
      <vt:lpstr>Georgia</vt:lpstr>
      <vt:lpstr>JetBrains Mono</vt:lpstr>
      <vt:lpstr>Wingdings 2</vt:lpstr>
      <vt:lpstr>Eğitim sunusu</vt:lpstr>
      <vt:lpstr>Mobil Uygulama Geliştirme</vt:lpstr>
      <vt:lpstr>KOTLİN TEMELLERİ</vt:lpstr>
      <vt:lpstr>KOTLİN TEMELLERİ</vt:lpstr>
      <vt:lpstr>KOTLİN TEMELLERİ</vt:lpstr>
      <vt:lpstr>KOTLİN TEMELLERİ</vt:lpstr>
      <vt:lpstr>KOTLİN TEMELLERİ</vt:lpstr>
      <vt:lpstr>KOTLİN TEMELLERİ</vt:lpstr>
      <vt:lpstr>KOTLİN TEMELLERİ</vt:lpstr>
      <vt:lpstr>KOTLİN TEMELLERİ</vt:lpstr>
      <vt:lpstr>KOTLİN TEMELLERİ</vt:lpstr>
      <vt:lpstr>KOTLİN TEMELLERİ</vt:lpstr>
      <vt:lpstr>KOTLİN TEMELLERİ</vt:lpstr>
      <vt:lpstr>KOTLİN TEMELLERİ</vt:lpstr>
      <vt:lpstr>KOTLİN TEMELLERİ</vt:lpstr>
      <vt:lpstr>KOTLİN TEMELLERİ</vt:lpstr>
      <vt:lpstr>KOTLİN TEMELLERİ</vt:lpstr>
      <vt:lpstr>KOTLİN TEMELLERİ</vt:lpstr>
      <vt:lpstr>KOTLİN TEMELLERİ</vt:lpstr>
      <vt:lpstr>KOTLİN TEMELLERİ</vt:lpstr>
      <vt:lpstr>KOTLİN TEMELLERİ</vt:lpstr>
      <vt:lpstr>KOTLİN TEMELLERİ</vt:lpstr>
      <vt:lpstr>KOTLİN TEMELLERİ</vt:lpstr>
      <vt:lpstr>KOTLİN TEMELLERİ</vt:lpstr>
      <vt:lpstr>KOTLİN TEMELLERİ</vt:lpstr>
      <vt:lpstr>KOTLİN TEMELLERİ</vt:lpstr>
      <vt:lpstr>KOTLİN TEMELLERİ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Ağ ve Bilişim Güvenliği</dc:title>
  <dc:creator>ZaferS</dc:creator>
  <cp:lastModifiedBy>Zafer</cp:lastModifiedBy>
  <cp:revision>205</cp:revision>
  <dcterms:created xsi:type="dcterms:W3CDTF">2023-12-09T09:03:26Z</dcterms:created>
  <dcterms:modified xsi:type="dcterms:W3CDTF">2024-10-17T06:54:58Z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