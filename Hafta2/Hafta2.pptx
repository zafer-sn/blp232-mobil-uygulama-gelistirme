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0"/>
  </p:notesMasterIdLst>
  <p:handoutMasterIdLst>
    <p:handoutMasterId r:id="rId21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 rtl="0"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41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911" autoAdjust="0"/>
  </p:normalViewPr>
  <p:slideViewPr>
    <p:cSldViewPr snapToGrid="0">
      <p:cViewPr varScale="1">
        <p:scale>
          <a:sx n="66" d="100"/>
          <a:sy n="66" d="100"/>
        </p:scale>
        <p:origin x="668" y="52"/>
      </p:cViewPr>
      <p:guideLst>
        <p:guide orient="horz" pos="2160"/>
        <p:guide pos="3840"/>
        <p:guide pos="7296"/>
        <p:guide orient="horz" pos="41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93" d="100"/>
          <a:sy n="93" d="100"/>
        </p:scale>
        <p:origin x="287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1FC8FC1-A1A8-42CB-96AC-83684F0DF578}" type="datetime1">
              <a:rPr lang="tr-TR" smtClean="0"/>
              <a:t>10.10.2026</a:t>
            </a:fld>
            <a:endParaRPr lang="tr-TR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4E50CC-F33A-4EF4-9F12-93EC4A21A0CF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232950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0653A-FB33-4975-A611-5D53C5C337D6}" type="datetime1">
              <a:rPr lang="tr-TR" smtClean="0"/>
              <a:pPr/>
              <a:t>10.10.2026</a:t>
            </a:fld>
            <a:endParaRPr lang="tr-TR" dirty="0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tr-TR" noProof="0" dirty="0"/>
          </a:p>
        </p:txBody>
      </p:sp>
      <p:sp>
        <p:nvSpPr>
          <p:cNvPr id="5" name="Notlar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tr-TR" noProof="0" dirty="0"/>
              <a:t>Asıl metin stillerini düzenlemek için tıklayın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2674CE4-FBD8-4481-AEFB-CA53E599A745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273268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tr-TR" smtClean="0"/>
              <a:t>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47974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88670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D4020-D9E4-CA0B-9448-D5AD00958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733ACD09-8344-B376-6076-DF63D90779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F06679FC-51F9-AD21-D212-8308317183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05823411-5D47-FAAA-5C59-196F07A067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10422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904A6-3335-97F5-5DD8-8DD7C0F66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5ED83F7B-35C9-AFE4-F795-B56673A8AC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0B9375C3-6AD2-4929-8EF2-C543C9F7FB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864C95F-D1EC-C7A5-D02B-5C49AD37AA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4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764785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5EEA5-B6CC-7C10-5770-A259AD848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85A9EA46-5AB1-27E5-8F59-A1A6483659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1BFCC247-BD0D-4D1E-6BC9-6B35E0F98D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60050235-A007-0566-7CDE-9D2AA71975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5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705764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99051-E860-43FC-31AB-5B5372BE0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7CF0A70E-601A-B49E-7085-9AB79C605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CC3F536C-B704-A719-EF86-3A5A58B03F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942842EF-8B31-9D43-1AD4-90B0B9D09D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6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635058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42E17-B0D7-A5DE-3B4C-EE875D658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2E0E3642-E165-1006-3D09-639232A878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09241496-5720-6960-3C92-F516A6162C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147817BA-DE1C-A637-7A74-67B3E721E6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7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568141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50473-F323-F210-E822-A38B70C09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4BA20124-4E25-2098-ADCA-CBA8340607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1EDEF9E3-B033-DD28-07C0-D94848C5AC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B7FE38C9-4D73-913D-A90D-BE6AFADC9D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8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052666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D2385-1219-6599-31CE-8EF7D7A60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9C1C0573-0ACD-E43A-C00A-D60CB5C208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E462437E-64A1-FBE2-FDFC-CC3BEC778D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DDAAD6B5-6F52-7EEE-2E4E-DDA9BEB7F1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9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893896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22888-776F-C7A1-EFCB-F8754C6F8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F6DB365C-3A32-BA75-C471-EF8A532C91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837A9D8E-4344-D7C8-4327-DEBA25A37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D4E9B6FD-A895-D626-ED04-D290C21642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10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030818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A35FA-CDDA-89BF-22AA-851540686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7D91559C-30C9-3EE4-556D-638E4EA872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744124B2-622D-972E-194F-206D5C0DA0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4071FF3-147D-F04F-4EBA-F40B8A1B34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350746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571AB-8A60-9FC8-A3C3-04258F22E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C16BF44E-4B92-D65D-2BF4-B53C1AC97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8293D54A-AC7D-5AAD-5A72-7B2039FB3E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C1388113-150D-F75A-22C3-66EB79499E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5795304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4787D-1ECE-E3AF-4E8C-A3E155880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96CB18AC-7671-BDD5-7C13-2524C57BF1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C73E72F9-3DCB-C7FD-0AF5-25ABDFD3F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6857C4D4-3308-7761-06E4-751A03D52E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712841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65533-3AAA-DFE0-2A84-DBB1F34B9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53487311-F1C3-0CED-D780-5FD52FBD2B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F3E300BD-B946-1EE3-9A6D-CBFB949E8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C5F9A65B-8E18-7644-1629-593A4AC552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14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330104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6EA57-B4DC-5E53-5491-1FBAE718E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C1D41392-63AF-4436-36DA-24D491241E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375CF8BB-F701-3272-1C2F-B5C625B03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4B640A1A-CD8C-91C9-6709-9E98411910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15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212974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772E4-FD37-E3AB-F344-48F084162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28E53F85-E5BA-41B8-8AE0-78951FA957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05FD2718-5F34-F253-762D-05E9968088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4758945-EAF0-5072-3694-D2C7BA8BCE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16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767949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40E11-EBDD-7E1C-7381-91DBC2F03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049B4B68-070D-FCCF-0184-B0D349F4D0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071093E6-8B3F-4FA0-295A-23F0AE5909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969A1314-E5FE-8D56-0342-0A3E82EC5A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17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323838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6701C-7EDD-21A8-A8BB-B1CB07D82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2B5E3202-384A-E2BB-B27E-8EE92AD481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6587D49A-9B5A-99EC-CD86-176E97203E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4C21A48-185E-EBAB-67CF-ADCFA662B3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18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71461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kdörtgen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3" name="Dikdörtgen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4" name="Dikdörtgen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5" name="Dikdörtgen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6" name="Dikdörtgen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7" name="Dikdörtgen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0" name="Yuvarlatılmış Dikdörtgen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1" name="Yuvarlatılmış Dikdörtgen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7" name="Dikdörtgen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0" name="Dikdörtgen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1" name="Dikdörtgen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8" name="Başlık 7"/>
          <p:cNvSpPr>
            <a:spLocks noGrp="1"/>
          </p:cNvSpPr>
          <p:nvPr>
            <p:ph type="ctrTitle"/>
          </p:nvPr>
        </p:nvSpPr>
        <p:spPr>
          <a:xfrm>
            <a:off x="609600" y="2389009"/>
            <a:ext cx="11277600" cy="1470025"/>
          </a:xfrm>
        </p:spPr>
        <p:txBody>
          <a:bodyPr rtlCol="0"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9" name="Alt Başlık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 rtlCol="0"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tr-TR" noProof="0"/>
              <a:t>Asıl alt başlık stilini düzenlemek için tıklayın</a:t>
            </a:r>
            <a:endParaRPr lang="tr-TR" noProof="0" dirty="0"/>
          </a:p>
        </p:txBody>
      </p:sp>
      <p:sp>
        <p:nvSpPr>
          <p:cNvPr id="17" name="Alt Bilgi Yer Tutucusu 16"/>
          <p:cNvSpPr>
            <a:spLocks noGrp="1"/>
          </p:cNvSpPr>
          <p:nvPr>
            <p:ph type="ftr" sz="quarter" idx="11"/>
          </p:nvPr>
        </p:nvSpPr>
        <p:spPr>
          <a:xfrm>
            <a:off x="7265116" y="4205288"/>
            <a:ext cx="172720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8" name="Tarih Yer Tutucusu 27"/>
          <p:cNvSpPr>
            <a:spLocks noGrp="1"/>
          </p:cNvSpPr>
          <p:nvPr>
            <p:ph type="dt" sz="half" idx="10"/>
          </p:nvPr>
        </p:nvSpPr>
        <p:spPr>
          <a:xfrm>
            <a:off x="9043832" y="4206240"/>
            <a:ext cx="128016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E8609038-EC1C-40A6-91EB-4A3D73CE9547}" type="datetime1">
              <a:rPr lang="tr-TR" smtClean="0"/>
              <a:pPr/>
              <a:t>10.10.2026</a:t>
            </a:fld>
            <a:endParaRPr lang="tr-TR" dirty="0"/>
          </a:p>
        </p:txBody>
      </p:sp>
      <p:sp>
        <p:nvSpPr>
          <p:cNvPr id="29" name="Slayt Numarası Yer Tutucusu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 rtlCol="0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60115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/>
            </a:lvl1pPr>
            <a:lvl5pPr>
              <a:defRPr/>
            </a:lvl5pPr>
            <a:lvl6pPr>
              <a:defRPr/>
            </a:lvl6pPr>
          </a:lstStyle>
          <a:p>
            <a:pPr lvl="0" rtl="0" eaLnBrk="1" latinLnBrk="0" hangingPunct="1"/>
            <a:r>
              <a:rPr lang="tr-TR" noProof="0"/>
              <a:t>Asıl metin stillerini düzenlemek için tıklayın</a:t>
            </a:r>
          </a:p>
          <a:p>
            <a:pPr lvl="1" rtl="0" eaLnBrk="1" latinLnBrk="0" hangingPunct="1"/>
            <a:r>
              <a:rPr lang="tr-TR" noProof="0"/>
              <a:t>İkinci düzey</a:t>
            </a:r>
          </a:p>
          <a:p>
            <a:pPr lvl="2" rtl="0" eaLnBrk="1" latinLnBrk="0" hangingPunct="1"/>
            <a:r>
              <a:rPr lang="tr-TR" noProof="0"/>
              <a:t>Üçüncü düzey</a:t>
            </a:r>
          </a:p>
          <a:p>
            <a:pPr lvl="3" rtl="0" eaLnBrk="1" latinLnBrk="0" hangingPunct="1"/>
            <a:r>
              <a:rPr lang="tr-TR" noProof="0"/>
              <a:t>Dördüncü düzey</a:t>
            </a:r>
          </a:p>
          <a:p>
            <a:pPr lvl="4" rtl="0" eaLnBrk="1" latinLnBrk="0" hangingPunct="1"/>
            <a:r>
              <a:rPr lang="tr-TR" noProof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6610F96-FFD0-4BC1-86F0-D957A2A4B8C7}" type="datetime1">
              <a:rPr lang="tr-TR" smtClean="0"/>
              <a:pPr/>
              <a:t>10.10.2026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59430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63084" y="1968322"/>
            <a:ext cx="10363200" cy="1362075"/>
          </a:xfrm>
        </p:spPr>
        <p:txBody>
          <a:bodyPr rtlCol="0"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chemeClr val="accent2"/>
                </a:solidFill>
                <a:effectLst/>
              </a:defRPr>
            </a:lvl1pPr>
          </a:lstStyle>
          <a:p>
            <a:pPr rtl="0"/>
            <a:r>
              <a:rPr lang="tr-TR" noProof="0"/>
              <a:t>Asıl başlık stilini düzenlemek için tıklayın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rtlCol="0"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tr-TR" noProof="0"/>
              <a:t>Asıl metin stillerini düzenlemek için tıklayın</a:t>
            </a:r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F56EF26-BBDF-4885-BB66-53FDFCADA69E}" type="datetime1">
              <a:rPr lang="tr-TR" smtClean="0"/>
              <a:pPr/>
              <a:t>10.10.2026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70512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/>
              <a:t>Asıl metin stillerini düzenlemek için tıklayın</a:t>
            </a:r>
          </a:p>
          <a:p>
            <a:pPr lvl="1" rtl="0" eaLnBrk="1" latinLnBrk="0" hangingPunct="1"/>
            <a:r>
              <a:rPr lang="tr-TR" noProof="0"/>
              <a:t>İkinci düzey</a:t>
            </a:r>
          </a:p>
          <a:p>
            <a:pPr lvl="2" rtl="0" eaLnBrk="1" latinLnBrk="0" hangingPunct="1"/>
            <a:r>
              <a:rPr lang="tr-TR" noProof="0"/>
              <a:t>Üçüncü düzey</a:t>
            </a:r>
          </a:p>
          <a:p>
            <a:pPr lvl="3" rtl="0" eaLnBrk="1" latinLnBrk="0" hangingPunct="1"/>
            <a:r>
              <a:rPr lang="tr-TR" noProof="0"/>
              <a:t>Dördüncü düzey</a:t>
            </a:r>
          </a:p>
          <a:p>
            <a:pPr lvl="4" rtl="0" eaLnBrk="1" latinLnBrk="0" hangingPunct="1"/>
            <a:r>
              <a:rPr lang="tr-TR" noProof="0"/>
              <a:t>Beşinci düzey</a:t>
            </a:r>
            <a:endParaRPr kumimoji="0" lang="tr-TR" noProof="0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/>
              <a:t>Asıl metin stillerini düzenlemek için tıklayın</a:t>
            </a:r>
          </a:p>
          <a:p>
            <a:pPr lvl="1" rtl="0" eaLnBrk="1" latinLnBrk="0" hangingPunct="1"/>
            <a:r>
              <a:rPr lang="tr-TR" noProof="0"/>
              <a:t>İkinci düzey</a:t>
            </a:r>
          </a:p>
          <a:p>
            <a:pPr lvl="2" rtl="0" eaLnBrk="1" latinLnBrk="0" hangingPunct="1"/>
            <a:r>
              <a:rPr lang="tr-TR" noProof="0"/>
              <a:t>Üçüncü düzey</a:t>
            </a:r>
          </a:p>
          <a:p>
            <a:pPr lvl="3" rtl="0" eaLnBrk="1" latinLnBrk="0" hangingPunct="1"/>
            <a:r>
              <a:rPr lang="tr-TR" noProof="0"/>
              <a:t>Dördüncü düzey</a:t>
            </a:r>
          </a:p>
          <a:p>
            <a:pPr lvl="4" rtl="0" eaLnBrk="1" latinLnBrk="0" hangingPunct="1"/>
            <a:r>
              <a:rPr lang="tr-TR" noProof="0"/>
              <a:t>Beşinci düzey</a:t>
            </a:r>
            <a:endParaRPr kumimoji="0" lang="tr-TR" noProof="0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84B813B-74D5-4B4F-94CB-6CD8395E9845}" type="datetime1">
              <a:rPr lang="tr-TR" smtClean="0"/>
              <a:pPr/>
              <a:t>10.10.2026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44644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rtlCol="0" anchor="ctr"/>
          <a:lstStyle>
            <a:lvl1pPr>
              <a:defRPr sz="4000" b="0" i="0" cap="none" baseline="0"/>
            </a:lvl1pPr>
          </a:lstStyle>
          <a:p>
            <a:pPr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/>
              <a:t>Asıl metin stillerini düzenlemek için tıklayın</a:t>
            </a:r>
          </a:p>
        </p:txBody>
      </p:sp>
      <p:sp>
        <p:nvSpPr>
          <p:cNvPr id="5" name="İçerik Yer Tutucusu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/>
              <a:t>Asıl metin stillerini düzenlemek için tıklayın</a:t>
            </a:r>
          </a:p>
          <a:p>
            <a:pPr lvl="1" rtl="0" eaLnBrk="1" latinLnBrk="0" hangingPunct="1"/>
            <a:r>
              <a:rPr lang="tr-TR" noProof="0"/>
              <a:t>İkinci düzey</a:t>
            </a:r>
          </a:p>
          <a:p>
            <a:pPr lvl="2" rtl="0" eaLnBrk="1" latinLnBrk="0" hangingPunct="1"/>
            <a:r>
              <a:rPr lang="tr-TR" noProof="0"/>
              <a:t>Üçüncü düzey</a:t>
            </a:r>
          </a:p>
          <a:p>
            <a:pPr lvl="3" rtl="0" eaLnBrk="1" latinLnBrk="0" hangingPunct="1"/>
            <a:r>
              <a:rPr lang="tr-TR" noProof="0"/>
              <a:t>Dördüncü düzey</a:t>
            </a:r>
          </a:p>
          <a:p>
            <a:pPr lvl="4" rtl="0" eaLnBrk="1" latinLnBrk="0" hangingPunct="1"/>
            <a:r>
              <a:rPr lang="tr-TR" noProof="0"/>
              <a:t>Beşinci düzey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/>
              <a:t>Asıl metin stillerini düzenlemek için tıklayın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/>
              <a:t>Asıl metin stillerini düzenlemek için tıklayın</a:t>
            </a:r>
          </a:p>
          <a:p>
            <a:pPr lvl="1" rtl="0" eaLnBrk="1" latinLnBrk="0" hangingPunct="1"/>
            <a:r>
              <a:rPr lang="tr-TR" noProof="0"/>
              <a:t>İkinci düzey</a:t>
            </a:r>
          </a:p>
          <a:p>
            <a:pPr lvl="2" rtl="0" eaLnBrk="1" latinLnBrk="0" hangingPunct="1"/>
            <a:r>
              <a:rPr lang="tr-TR" noProof="0"/>
              <a:t>Üçüncü düzey</a:t>
            </a:r>
          </a:p>
          <a:p>
            <a:pPr lvl="3" rtl="0" eaLnBrk="1" latinLnBrk="0" hangingPunct="1"/>
            <a:r>
              <a:rPr lang="tr-TR" noProof="0"/>
              <a:t>Dördüncü düzey</a:t>
            </a:r>
          </a:p>
          <a:p>
            <a:pPr lvl="4" rtl="0" eaLnBrk="1" latinLnBrk="0" hangingPunct="1"/>
            <a:r>
              <a:rPr lang="tr-TR" noProof="0"/>
              <a:t>Beşinci düzey</a:t>
            </a:r>
            <a:endParaRPr kumimoji="0" lang="tr-TR" noProof="0" dirty="0"/>
          </a:p>
        </p:txBody>
      </p:sp>
      <p:sp>
        <p:nvSpPr>
          <p:cNvPr id="28" name="Alt Bilgi Yer Tutucusu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6" name="Tarih Yer Tutucusu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72EC71D-25AD-4A7C-AB6C-E63D5EDA9366}" type="datetime1">
              <a:rPr lang="tr-TR" smtClean="0"/>
              <a:pPr/>
              <a:t>10.10.2026</a:t>
            </a:fld>
            <a:endParaRPr lang="tr-TR" dirty="0"/>
          </a:p>
        </p:txBody>
      </p:sp>
      <p:sp>
        <p:nvSpPr>
          <p:cNvPr id="27" name="Slayt Numarası Yer Tutucusu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7071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rtlCol="0"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pPr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3" name="Tarih Yer Tutucusu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 rtlCol="0"/>
          <a:lstStyle>
            <a:lvl1pPr>
              <a:defRPr/>
            </a:lvl1pPr>
          </a:lstStyle>
          <a:p>
            <a:fld id="{851036E3-487C-41B5-92E9-47E0F0B9591B}" type="datetime1">
              <a:rPr lang="tr-TR" smtClean="0"/>
              <a:pPr/>
              <a:t>10.10.2026</a:t>
            </a:fld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82195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ilgi Yer Tutucusu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" name="Tarih Yer Tutucusu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7730CD3-31CA-47BB-8FC4-9AA93086A77D}" type="datetime1">
              <a:rPr lang="tr-TR" smtClean="0"/>
              <a:pPr/>
              <a:t>10.10.2026</a:t>
            </a:fld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13569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Resim Yazı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7137995" y="1101970"/>
            <a:ext cx="4511040" cy="877824"/>
          </a:xfrm>
        </p:spPr>
        <p:txBody>
          <a:bodyPr rtlCol="0" anchor="b"/>
          <a:lstStyle>
            <a:lvl1pPr algn="l">
              <a:buNone/>
              <a:defRPr sz="1800" b="1"/>
            </a:lvl1pPr>
          </a:lstStyle>
          <a:p>
            <a:pPr rtl="0"/>
            <a:r>
              <a:rPr lang="tr-TR" noProof="0" dirty="0"/>
              <a:t>Asıl başlık stilini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05083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rtl="0" eaLnBrk="1" latinLnBrk="0" hangingPunct="1"/>
            <a:r>
              <a:rPr lang="tr-TR" noProof="0"/>
              <a:t>Asıl metin stillerini düzenlemek için tıklayın</a:t>
            </a:r>
          </a:p>
          <a:p>
            <a:pPr lvl="1" rtl="0" eaLnBrk="1" latinLnBrk="0" hangingPunct="1"/>
            <a:r>
              <a:rPr lang="tr-TR" noProof="0"/>
              <a:t>İkinci düzey</a:t>
            </a:r>
          </a:p>
          <a:p>
            <a:pPr lvl="2" rtl="0" eaLnBrk="1" latinLnBrk="0" hangingPunct="1"/>
            <a:r>
              <a:rPr lang="tr-TR" noProof="0"/>
              <a:t>Üçüncü düzey</a:t>
            </a:r>
          </a:p>
          <a:p>
            <a:pPr lvl="3" rtl="0" eaLnBrk="1" latinLnBrk="0" hangingPunct="1"/>
            <a:r>
              <a:rPr lang="tr-TR" noProof="0"/>
              <a:t>Dördüncü düzey</a:t>
            </a:r>
          </a:p>
          <a:p>
            <a:pPr lvl="4" rtl="0" eaLnBrk="1" latinLnBrk="0" hangingPunct="1"/>
            <a:r>
              <a:rPr lang="tr-TR" noProof="0"/>
              <a:t>Beşinci düzey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580573"/>
          </a:xfrm>
        </p:spPr>
        <p:txBody>
          <a:bodyPr rtlCol="0"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rtl="0" eaLnBrk="1" latinLnBrk="0" hangingPunct="1"/>
            <a:r>
              <a:rPr lang="tr-TR" noProof="0"/>
              <a:t>Asıl metin stillerini düzenlemek için tıklayın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0C5B609-EC73-4CF8-A564-D90D0E54FA36}" type="datetime1">
              <a:rPr lang="tr-TR" smtClean="0"/>
              <a:pPr/>
              <a:t>10.10.2026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49868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Resim Yazı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rtlCol="0" anchor="t"/>
          <a:lstStyle>
            <a:lvl1pPr algn="ctr">
              <a:buNone/>
              <a:defRPr sz="2000" b="1"/>
            </a:lvl1pPr>
          </a:lstStyle>
          <a:p>
            <a:pPr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3" name="Resim Yer Tutucusu 2" descr="Resim eklemek için boş yer tutucu. Yer tutucuya tıklayın ve eklemek istediğiniz resmi seçin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tr-TR" noProof="0"/>
              <a:t>Resim eklemek için simgeye tıklayın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rtlCol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rtl="0" eaLnBrk="1" latinLnBrk="0" hangingPunct="1"/>
            <a:r>
              <a:rPr lang="tr-TR" noProof="0"/>
              <a:t>Asıl metin stillerini düzenlemek için tıklayın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85D7756-B745-4648-9348-5BA7D8FC560E}" type="datetime1">
              <a:rPr lang="tr-TR" smtClean="0"/>
              <a:pPr/>
              <a:t>10.10.2026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88361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>
              <a:defRPr/>
            </a:lvl1pPr>
            <a:lvl5pPr>
              <a:defRPr/>
            </a:lvl5pPr>
          </a:lstStyle>
          <a:p>
            <a:pPr lvl="0" rtl="0" eaLnBrk="1" latinLnBrk="0" hangingPunct="1"/>
            <a:r>
              <a:rPr lang="tr-TR" noProof="0"/>
              <a:t>Asıl metin stillerini düzenlemek için tıklayın</a:t>
            </a:r>
          </a:p>
          <a:p>
            <a:pPr lvl="1" rtl="0" eaLnBrk="1" latinLnBrk="0" hangingPunct="1"/>
            <a:r>
              <a:rPr lang="tr-TR" noProof="0"/>
              <a:t>İkinci düzey</a:t>
            </a:r>
          </a:p>
          <a:p>
            <a:pPr lvl="2" rtl="0" eaLnBrk="1" latinLnBrk="0" hangingPunct="1"/>
            <a:r>
              <a:rPr lang="tr-TR" noProof="0"/>
              <a:t>Üçüncü düzey</a:t>
            </a:r>
          </a:p>
          <a:p>
            <a:pPr lvl="3" rtl="0" eaLnBrk="1" latinLnBrk="0" hangingPunct="1"/>
            <a:r>
              <a:rPr lang="tr-TR" noProof="0"/>
              <a:t>Dördüncü düzey</a:t>
            </a:r>
          </a:p>
          <a:p>
            <a:pPr lvl="4" rtl="0" eaLnBrk="1" latinLnBrk="0" hangingPunct="1"/>
            <a:r>
              <a:rPr lang="tr-TR" noProof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43DEEBB-C631-4BE4-9EB9-151005B5892D}" type="datetime1">
              <a:rPr lang="tr-TR" smtClean="0"/>
              <a:pPr/>
              <a:t>10.10.2026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46784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 hasCustomPrompt="1"/>
          </p:nvPr>
        </p:nvSpPr>
        <p:spPr>
          <a:xfrm>
            <a:off x="9042400" y="1143000"/>
            <a:ext cx="2540000" cy="5448300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tr-TR" noProof="0" dirty="0"/>
              <a:t>Asıl başlık stilini düzenle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1143000"/>
            <a:ext cx="8331200" cy="5448300"/>
          </a:xfrm>
        </p:spPr>
        <p:txBody>
          <a:bodyPr vert="eaVert" rtlCol="0"/>
          <a:lstStyle>
            <a:lvl5pPr>
              <a:defRPr/>
            </a:lvl5pPr>
          </a:lstStyle>
          <a:p>
            <a:pPr lvl="0" rtl="0" eaLnBrk="1" latinLnBrk="0" hangingPunct="1"/>
            <a:r>
              <a:rPr lang="tr-TR" noProof="0" dirty="0"/>
              <a:t>Asıl metin stillerini düzenlemek için tıklayın</a:t>
            </a:r>
          </a:p>
          <a:p>
            <a:pPr lvl="1" rtl="0" eaLnBrk="1" latinLnBrk="0" hangingPunct="1"/>
            <a:r>
              <a:rPr lang="tr-TR" noProof="0" dirty="0"/>
              <a:t>İkinci düzey</a:t>
            </a:r>
          </a:p>
          <a:p>
            <a:pPr lvl="2" rtl="0" eaLnBrk="1" latinLnBrk="0" hangingPunct="1"/>
            <a:r>
              <a:rPr lang="tr-TR" noProof="0" dirty="0"/>
              <a:t>Üçüncü düzey</a:t>
            </a:r>
          </a:p>
          <a:p>
            <a:pPr lvl="3" rtl="0" eaLnBrk="1" latinLnBrk="0" hangingPunct="1"/>
            <a:r>
              <a:rPr lang="tr-TR" noProof="0" dirty="0"/>
              <a:t>Dördüncü düzey</a:t>
            </a:r>
          </a:p>
          <a:p>
            <a:pPr lvl="4" rtl="0" eaLnBrk="1" latinLnBrk="0" hangingPunct="1"/>
            <a:r>
              <a:rPr lang="tr-TR" noProof="0" dirty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76B82DB-6D5C-486A-98D3-E008B7673553}" type="datetime1">
              <a:rPr lang="tr-TR" smtClean="0"/>
              <a:pPr/>
              <a:t>10.10.2026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97808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ikdörtgen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9" name="Dikdörtgen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0" name="Dikdörtgen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1" name="Dikdörtgen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2" name="Dikdörtgen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3" name="Yuvarlatılmış Dikdörtgen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4" name="Yuvarlatılmış Dikdörtgen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5" name="Dikdörtgen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6" name="Dikdörtgen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7" name="Dikdörtgen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8" name="Dikdörtgen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9" name="Dikdörtgen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40" name="Dikdörtgen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2" name="Başlık Yer Tutucusu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pPr rtl="0"/>
            <a:r>
              <a:rPr lang="tr-TR" noProof="0" dirty="0"/>
              <a:t>Asıl başlık stilini düzenlemek için tıklayın</a:t>
            </a:r>
          </a:p>
        </p:txBody>
      </p:sp>
      <p:sp>
        <p:nvSpPr>
          <p:cNvPr id="13" name="Metin Yer Tutucusu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/>
            <a:r>
              <a:rPr lang="tr-TR" noProof="0" dirty="0"/>
              <a:t>Asıl metin stillerini düzenle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3" name="Alt Bilgi Yer Tutucusu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 rtlCol="0"/>
          <a:lstStyle>
            <a:lvl1pPr algn="r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14" name="Tarih Yer Tutucusu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 rtlCol="0"/>
          <a:lstStyle>
            <a:lvl1pPr algn="l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8A9E5AA4-4083-47B0-96D9-3464BE7D917D}" type="datetime1">
              <a:rPr lang="tr-TR" smtClean="0"/>
              <a:pPr/>
              <a:t>10.10.2026</a:t>
            </a:fld>
            <a:endParaRPr lang="tr-TR" dirty="0"/>
          </a:p>
        </p:txBody>
      </p:sp>
      <p:sp>
        <p:nvSpPr>
          <p:cNvPr id="23" name="Slayt Numarası Yer Tutucusu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rtlCol="0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13217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>
            <a:lumMod val="75000"/>
          </a:schemeClr>
        </a:buClr>
        <a:buFont typeface="Georgia"/>
        <a:buChar char="•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>
            <a:lumMod val="75000"/>
          </a:schemeClr>
        </a:buClr>
        <a:buFont typeface="Georgia"/>
        <a:buChar char="▫"/>
        <a:defRPr kumimoji="0"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orient="horz" pos="41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tr-TR" dirty="0"/>
              <a:t>Mobil Uygulama Geliştirme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tr-TR" dirty="0"/>
              <a:t>Zafer SERİN</a:t>
            </a:r>
          </a:p>
        </p:txBody>
      </p:sp>
    </p:spTree>
    <p:extLst>
      <p:ext uri="{BB962C8B-B14F-4D97-AF65-F5344CB8AC3E}">
        <p14:creationId xmlns:p14="http://schemas.microsoft.com/office/powerpoint/2010/main" val="70630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err="1"/>
              <a:t>Kotlin</a:t>
            </a:r>
            <a:r>
              <a:rPr lang="tr-TR" dirty="0"/>
              <a:t> Nedir?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tr-TR" dirty="0" err="1"/>
              <a:t>Kotlin</a:t>
            </a:r>
            <a:r>
              <a:rPr lang="tr-TR" dirty="0"/>
              <a:t> %100 OOP destekleyen ve derlenen bir programlama dilidir.</a:t>
            </a:r>
          </a:p>
          <a:p>
            <a:pPr rtl="0"/>
            <a:r>
              <a:rPr lang="tr-TR" dirty="0"/>
              <a:t>Java ile %100 uyumludur ve 2021 yılında Android için resmi geliştirme dili olarak ilan edilmiştir.</a:t>
            </a:r>
          </a:p>
          <a:p>
            <a:pPr rtl="0"/>
            <a:r>
              <a:rPr lang="tr-TR" dirty="0" err="1"/>
              <a:t>Jetbrains</a:t>
            </a:r>
            <a:r>
              <a:rPr lang="tr-TR" dirty="0"/>
              <a:t> firması tarafından geliştirilir.</a:t>
            </a:r>
          </a:p>
          <a:p>
            <a:pPr rtl="0"/>
            <a:r>
              <a:rPr lang="tr-TR" dirty="0" err="1"/>
              <a:t>Null</a:t>
            </a:r>
            <a:r>
              <a:rPr lang="tr-TR" dirty="0"/>
              <a:t> </a:t>
            </a:r>
            <a:r>
              <a:rPr lang="tr-TR" dirty="0" err="1"/>
              <a:t>Safety</a:t>
            </a:r>
            <a:r>
              <a:rPr lang="tr-TR" dirty="0"/>
              <a:t> özelliği bulunmaktadır.</a:t>
            </a:r>
          </a:p>
        </p:txBody>
      </p:sp>
    </p:spTree>
    <p:extLst>
      <p:ext uri="{BB962C8B-B14F-4D97-AF65-F5344CB8AC3E}">
        <p14:creationId xmlns:p14="http://schemas.microsoft.com/office/powerpoint/2010/main" val="1851896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F0F8A-A831-73C0-D75E-A9286BD39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766E54B-7E44-3F2C-D8E5-EEDA66377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/>
              <a:t>Ekran Çıktısı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B68DC21-B669-A125-17A0-A712EA100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tr-TR" dirty="0" err="1"/>
              <a:t>Kotlin</a:t>
            </a:r>
            <a:r>
              <a:rPr lang="tr-TR" dirty="0"/>
              <a:t> kodlarının sonunda ; kullanmak zorunlu değildir ve </a:t>
            </a:r>
            <a:r>
              <a:rPr lang="tr-TR" dirty="0" err="1"/>
              <a:t>Kotlin</a:t>
            </a:r>
            <a:r>
              <a:rPr lang="tr-TR" dirty="0"/>
              <a:t> geliştiricileri kullanmamayı tavsiye eder bununla birlikte eğer tek satırda birden çok kod olacaksa ; kullanımı zorunludur.</a:t>
            </a:r>
          </a:p>
          <a:p>
            <a:pPr rtl="0"/>
            <a:r>
              <a:rPr lang="tr-TR" dirty="0" err="1"/>
              <a:t>Kotlin</a:t>
            </a:r>
            <a:r>
              <a:rPr lang="tr-TR" dirty="0"/>
              <a:t> ile ekrana bir şey yazdırmak için </a:t>
            </a:r>
            <a:r>
              <a:rPr lang="tr-TR" dirty="0" err="1"/>
              <a:t>print</a:t>
            </a:r>
            <a:r>
              <a:rPr lang="tr-TR" dirty="0"/>
              <a:t>() veya </a:t>
            </a:r>
            <a:r>
              <a:rPr lang="tr-TR" dirty="0" err="1"/>
              <a:t>println</a:t>
            </a:r>
            <a:r>
              <a:rPr lang="tr-TR" dirty="0"/>
              <a:t>() kodları kullanılabilir. </a:t>
            </a:r>
            <a:r>
              <a:rPr lang="tr-TR" dirty="0" err="1"/>
              <a:t>println</a:t>
            </a:r>
            <a:r>
              <a:rPr lang="tr-TR" dirty="0"/>
              <a:t>() kullanılırsa ilgili yazım sonrası bir alt satıra geçme işlemi gerçekleşirken </a:t>
            </a:r>
            <a:r>
              <a:rPr lang="tr-TR" dirty="0" err="1"/>
              <a:t>print</a:t>
            </a:r>
            <a:r>
              <a:rPr lang="tr-TR" dirty="0"/>
              <a:t>()’te bu durum yoktur.</a:t>
            </a:r>
          </a:p>
          <a:p>
            <a:pPr rtl="0"/>
            <a:r>
              <a:rPr lang="tr-TR" dirty="0"/>
              <a:t>Örnek:</a:t>
            </a:r>
          </a:p>
          <a:p>
            <a:pPr marL="109728" indent="0">
              <a:buNone/>
            </a:pPr>
            <a:r>
              <a:rPr lang="tr-TR" dirty="0" err="1"/>
              <a:t>print</a:t>
            </a:r>
            <a:r>
              <a:rPr lang="tr-TR" dirty="0"/>
              <a:t>("Selam")</a:t>
            </a:r>
          </a:p>
          <a:p>
            <a:pPr marL="109728" indent="0">
              <a:buNone/>
            </a:pPr>
            <a:r>
              <a:rPr lang="tr-TR" dirty="0" err="1"/>
              <a:t>println</a:t>
            </a:r>
            <a:r>
              <a:rPr lang="tr-TR" dirty="0"/>
              <a:t>("Merhaba")</a:t>
            </a:r>
          </a:p>
          <a:p>
            <a:pPr marL="109728" indent="0">
              <a:buNone/>
            </a:pPr>
            <a:endParaRPr lang="tr-TR" dirty="0"/>
          </a:p>
          <a:p>
            <a:pPr marL="109728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91173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89EA7-DEEC-B5DC-9B00-1EA690431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D053FB3-7469-9C1D-5D55-6FA28FB93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/>
              <a:t>Yorum Satırı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D2F47F3-255F-BF36-ACC8-9CEF605D0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tr-TR" dirty="0" err="1"/>
              <a:t>Kotlin</a:t>
            </a:r>
            <a:r>
              <a:rPr lang="tr-TR" dirty="0"/>
              <a:t> ile tek satırlı yorum satırı yapmak için // kullanılır.</a:t>
            </a:r>
          </a:p>
          <a:p>
            <a:pPr rtl="0"/>
            <a:r>
              <a:rPr lang="tr-TR" dirty="0" err="1"/>
              <a:t>Kotlin</a:t>
            </a:r>
            <a:r>
              <a:rPr lang="tr-TR" dirty="0"/>
              <a:t> ile çok satırlı yorum satırı yapmak için /* */ kullanılır ve bu blok arasına yazılanlar yorum satırı olacaktır.</a:t>
            </a:r>
          </a:p>
          <a:p>
            <a:pPr rtl="0"/>
            <a:r>
              <a:rPr lang="tr-TR" dirty="0"/>
              <a:t>Örnek:</a:t>
            </a:r>
          </a:p>
          <a:p>
            <a:pPr marL="109728" indent="0">
              <a:buNone/>
            </a:pPr>
            <a:r>
              <a:rPr lang="tr-TR" dirty="0"/>
              <a:t>// Tek satırlı yorum satırı</a:t>
            </a:r>
          </a:p>
          <a:p>
            <a:pPr marL="109728" indent="0">
              <a:buNone/>
            </a:pPr>
            <a:r>
              <a:rPr lang="tr-TR" dirty="0"/>
              <a:t>/*</a:t>
            </a:r>
          </a:p>
          <a:p>
            <a:pPr marL="109728" indent="0">
              <a:buNone/>
            </a:pPr>
            <a:r>
              <a:rPr lang="tr-TR" dirty="0"/>
              <a:t>Çok</a:t>
            </a:r>
          </a:p>
          <a:p>
            <a:pPr marL="109728" indent="0">
              <a:buNone/>
            </a:pPr>
            <a:r>
              <a:rPr lang="tr-TR" dirty="0"/>
              <a:t>Satırlı yorum</a:t>
            </a:r>
          </a:p>
          <a:p>
            <a:pPr marL="109728" indent="0">
              <a:buNone/>
            </a:pPr>
            <a:r>
              <a:rPr lang="tr-TR" dirty="0"/>
              <a:t>*/</a:t>
            </a:r>
          </a:p>
          <a:p>
            <a:pPr marL="109728" indent="0">
              <a:buNone/>
            </a:pPr>
            <a:endParaRPr lang="tr-TR" dirty="0"/>
          </a:p>
          <a:p>
            <a:pPr marL="109728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41650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13F09-BDF0-E3B2-4441-4F59740C3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BB1AC82-66B5-71A4-14DC-43DAD6925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err="1"/>
              <a:t>Region</a:t>
            </a:r>
            <a:r>
              <a:rPr lang="tr-TR" dirty="0"/>
              <a:t>(Alan) Tanımlama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DB0586F-8D0B-AFD7-20D3-A3A9408CB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tr-TR" dirty="0" err="1"/>
              <a:t>Kotlin</a:t>
            </a:r>
            <a:r>
              <a:rPr lang="tr-TR" dirty="0"/>
              <a:t> ile //</a:t>
            </a:r>
            <a:r>
              <a:rPr lang="tr-TR" dirty="0" err="1"/>
              <a:t>region</a:t>
            </a:r>
            <a:r>
              <a:rPr lang="tr-TR" dirty="0"/>
              <a:t> ve //</a:t>
            </a:r>
            <a:r>
              <a:rPr lang="tr-TR" dirty="0" err="1"/>
              <a:t>endregion</a:t>
            </a:r>
            <a:r>
              <a:rPr lang="tr-TR" dirty="0"/>
              <a:t> blokları arasında alan tanımlanabilir. Bu şekilde kod daha düzenli bir görünüme getirilir.</a:t>
            </a:r>
          </a:p>
          <a:p>
            <a:pPr rtl="0"/>
            <a:r>
              <a:rPr lang="tr-TR" dirty="0"/>
              <a:t>Örnek:</a:t>
            </a:r>
          </a:p>
          <a:p>
            <a:pPr marL="109728" indent="0">
              <a:buNone/>
            </a:pPr>
            <a:r>
              <a:rPr lang="tr-TR" dirty="0"/>
              <a:t>//</a:t>
            </a:r>
            <a:r>
              <a:rPr lang="tr-TR" dirty="0" err="1"/>
              <a:t>region</a:t>
            </a:r>
            <a:endParaRPr lang="tr-TR" dirty="0"/>
          </a:p>
          <a:p>
            <a:pPr marL="109728" indent="0">
              <a:buNone/>
            </a:pPr>
            <a:r>
              <a:rPr lang="tr-TR" dirty="0" err="1"/>
              <a:t>println</a:t>
            </a:r>
            <a:r>
              <a:rPr lang="tr-TR" dirty="0"/>
              <a:t>("Test")</a:t>
            </a:r>
          </a:p>
          <a:p>
            <a:pPr marL="109728" indent="0">
              <a:buNone/>
            </a:pPr>
            <a:r>
              <a:rPr lang="tr-TR" dirty="0"/>
              <a:t>//</a:t>
            </a:r>
            <a:r>
              <a:rPr lang="tr-TR" dirty="0" err="1"/>
              <a:t>endregion</a:t>
            </a:r>
            <a:endParaRPr lang="tr-TR" dirty="0"/>
          </a:p>
          <a:p>
            <a:pPr marL="109728" indent="0">
              <a:buNone/>
            </a:pPr>
            <a:endParaRPr lang="tr-TR" dirty="0"/>
          </a:p>
          <a:p>
            <a:pPr marL="109728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4382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589A4-2D67-D4E5-8C48-2B6B0F196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01F495C-ED76-6BEF-4A42-80F3E0844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/>
              <a:t>Değişken Tanımlama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FC1E724-6E53-07D4-3AB6-36E966340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tr-TR" dirty="0" err="1"/>
              <a:t>Kotlin’de</a:t>
            </a:r>
            <a:r>
              <a:rPr lang="tr-TR" dirty="0"/>
              <a:t> var ve </a:t>
            </a:r>
            <a:r>
              <a:rPr lang="tr-TR" dirty="0" err="1"/>
              <a:t>val</a:t>
            </a:r>
            <a:r>
              <a:rPr lang="tr-TR" dirty="0"/>
              <a:t> anahtar sözcükleri ile değişken tanımlanabilir. var ile tanımlanan değişkenlerin değeri daha sonradan değiştirilebilir. </a:t>
            </a:r>
            <a:r>
              <a:rPr lang="tr-TR" dirty="0" err="1"/>
              <a:t>val</a:t>
            </a:r>
            <a:r>
              <a:rPr lang="tr-TR" dirty="0"/>
              <a:t> ile tanımlanan değişkenlerin değeri daha sonradan değiştirilebilir. </a:t>
            </a:r>
            <a:r>
              <a:rPr lang="tr-TR" dirty="0" err="1"/>
              <a:t>val</a:t>
            </a:r>
            <a:r>
              <a:rPr lang="tr-TR" dirty="0"/>
              <a:t> ile atama yapılırsa çalışma zamanında değer belirlenir buna bağlı olarak </a:t>
            </a:r>
            <a:r>
              <a:rPr lang="tr-TR" dirty="0" err="1"/>
              <a:t>const</a:t>
            </a:r>
            <a:r>
              <a:rPr lang="tr-TR" dirty="0"/>
              <a:t> </a:t>
            </a:r>
            <a:r>
              <a:rPr lang="tr-TR" dirty="0" err="1"/>
              <a:t>val</a:t>
            </a:r>
            <a:r>
              <a:rPr lang="tr-TR" dirty="0"/>
              <a:t> ile atama yapılırsa derleme zamanında değer belirlenir ve asla değiştirilemez.    </a:t>
            </a:r>
          </a:p>
          <a:p>
            <a:pPr marL="109728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6609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EC957-239E-C791-EC2A-2C4CFA660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67095F9-924E-4B73-F88C-D75B29873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/>
              <a:t>Değişken Tanımlama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945BEDD-417A-FE93-ACF5-94177B50C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tr-TR" dirty="0"/>
              <a:t>Örnek:</a:t>
            </a:r>
          </a:p>
          <a:p>
            <a:pPr marL="109728" indent="0" rtl="0">
              <a:buNone/>
            </a:pPr>
            <a:r>
              <a:rPr lang="tr-TR" dirty="0"/>
              <a:t>var a = 5</a:t>
            </a:r>
          </a:p>
          <a:p>
            <a:pPr marL="109728" indent="0">
              <a:buNone/>
            </a:pPr>
            <a:r>
              <a:rPr lang="tr-TR" dirty="0"/>
              <a:t>a = 10 // olur</a:t>
            </a:r>
          </a:p>
          <a:p>
            <a:pPr marL="109728" indent="0">
              <a:buNone/>
            </a:pPr>
            <a:r>
              <a:rPr lang="tr-TR" dirty="0" err="1"/>
              <a:t>val</a:t>
            </a:r>
            <a:r>
              <a:rPr lang="tr-TR" dirty="0"/>
              <a:t> b = 20</a:t>
            </a:r>
          </a:p>
          <a:p>
            <a:pPr marL="109728" indent="0">
              <a:buNone/>
            </a:pPr>
            <a:r>
              <a:rPr lang="tr-TR" dirty="0"/>
              <a:t>b = 50 // Hata! olmaz </a:t>
            </a:r>
          </a:p>
        </p:txBody>
      </p:sp>
    </p:spTree>
    <p:extLst>
      <p:ext uri="{BB962C8B-B14F-4D97-AF65-F5344CB8AC3E}">
        <p14:creationId xmlns:p14="http://schemas.microsoft.com/office/powerpoint/2010/main" val="3204631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6E981-6F30-B0D3-A6FD-C4BE71FDF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28FA1F8-31FB-4482-584E-5D1F09700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/>
              <a:t>Değişken Türleri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4CD213E-E13C-94A6-F001-A0D540AE9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tr-TR" dirty="0" err="1"/>
              <a:t>Kotlin’de</a:t>
            </a:r>
            <a:r>
              <a:rPr lang="tr-TR" dirty="0"/>
              <a:t> tam sayılar için küçükten büyüğe Byte, </a:t>
            </a:r>
            <a:r>
              <a:rPr lang="tr-TR" dirty="0" err="1"/>
              <a:t>Short</a:t>
            </a:r>
            <a:r>
              <a:rPr lang="tr-TR" dirty="0"/>
              <a:t>, </a:t>
            </a:r>
            <a:r>
              <a:rPr lang="tr-TR" dirty="0" err="1"/>
              <a:t>Int</a:t>
            </a:r>
            <a:r>
              <a:rPr lang="tr-TR" dirty="0"/>
              <a:t> ve </a:t>
            </a:r>
            <a:r>
              <a:rPr lang="tr-TR" dirty="0" err="1"/>
              <a:t>Long</a:t>
            </a:r>
            <a:r>
              <a:rPr lang="tr-TR" dirty="0"/>
              <a:t> kullanılır ve eğer istenirse var ve </a:t>
            </a:r>
            <a:r>
              <a:rPr lang="tr-TR" dirty="0" err="1"/>
              <a:t>val</a:t>
            </a:r>
            <a:r>
              <a:rPr lang="tr-TR" dirty="0"/>
              <a:t> anahtar sözcüklerinden sonra : kullanarak tip zorlaması yapılabilir. Bunların başına U eklenerek işaretsiz </a:t>
            </a:r>
            <a:r>
              <a:rPr lang="tr-TR" dirty="0" err="1"/>
              <a:t>olarakta</a:t>
            </a:r>
            <a:r>
              <a:rPr lang="tr-TR" dirty="0"/>
              <a:t> kullanılabilir bu durumda değerin sonuna u eklenmelidir.</a:t>
            </a:r>
          </a:p>
          <a:p>
            <a:pPr marL="109728" indent="0" rtl="0">
              <a:buNone/>
            </a:pPr>
            <a:r>
              <a:rPr lang="tr-TR" dirty="0"/>
              <a:t>Örnek:</a:t>
            </a:r>
          </a:p>
          <a:p>
            <a:pPr marL="109728" indent="0" rtl="0">
              <a:buNone/>
            </a:pPr>
            <a:r>
              <a:rPr lang="tr-TR" dirty="0"/>
              <a:t>var deger1 : </a:t>
            </a:r>
            <a:r>
              <a:rPr lang="tr-TR" dirty="0" err="1"/>
              <a:t>Int</a:t>
            </a:r>
            <a:r>
              <a:rPr lang="tr-TR" dirty="0"/>
              <a:t> = 50 // 50 değil de 2.7 atanmaya çalışsa hata verirdi.</a:t>
            </a:r>
          </a:p>
          <a:p>
            <a:r>
              <a:rPr lang="tr-TR" dirty="0" err="1"/>
              <a:t>Kotlin’de</a:t>
            </a:r>
            <a:r>
              <a:rPr lang="tr-TR" dirty="0"/>
              <a:t> ondalıklı sayılar için küçükten büyüğe </a:t>
            </a:r>
            <a:r>
              <a:rPr lang="tr-TR" dirty="0" err="1"/>
              <a:t>Float</a:t>
            </a:r>
            <a:r>
              <a:rPr lang="tr-TR" dirty="0"/>
              <a:t> ve </a:t>
            </a:r>
            <a:r>
              <a:rPr lang="tr-TR" dirty="0" err="1"/>
              <a:t>Double</a:t>
            </a:r>
            <a:r>
              <a:rPr lang="tr-TR" dirty="0"/>
              <a:t> kullanılır. Örnek:</a:t>
            </a:r>
          </a:p>
          <a:p>
            <a:pPr marL="109728" indent="0">
              <a:buNone/>
            </a:pPr>
            <a:r>
              <a:rPr lang="tr-TR" dirty="0"/>
              <a:t>var deger2 : </a:t>
            </a:r>
            <a:r>
              <a:rPr lang="tr-TR" dirty="0" err="1"/>
              <a:t>Float</a:t>
            </a:r>
            <a:r>
              <a:rPr lang="tr-TR" dirty="0"/>
              <a:t> = 3.14f</a:t>
            </a:r>
          </a:p>
        </p:txBody>
      </p:sp>
    </p:spTree>
    <p:extLst>
      <p:ext uri="{BB962C8B-B14F-4D97-AF65-F5344CB8AC3E}">
        <p14:creationId xmlns:p14="http://schemas.microsoft.com/office/powerpoint/2010/main" val="3916125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88E36-8353-8B7D-13F7-0D0575A15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3B4F658-B48B-D6FA-3BF3-4205FED50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/>
              <a:t>Değişken Türleri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0B80006-78A2-7DB8-C76B-BA8D3EE86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rtl="0"/>
            <a:r>
              <a:rPr lang="tr-TR" dirty="0" err="1"/>
              <a:t>Kotlin’de</a:t>
            </a:r>
            <a:r>
              <a:rPr lang="tr-TR" dirty="0"/>
              <a:t> metinsel ifadeler tanımlamak için </a:t>
            </a:r>
            <a:r>
              <a:rPr lang="tr-TR" dirty="0" err="1"/>
              <a:t>String</a:t>
            </a:r>
            <a:r>
              <a:rPr lang="tr-TR" dirty="0"/>
              <a:t> veri tipi ve çift tırnak kullanılır.</a:t>
            </a:r>
          </a:p>
          <a:p>
            <a:pPr marL="109728" indent="0" rtl="0">
              <a:buNone/>
            </a:pPr>
            <a:r>
              <a:rPr lang="tr-TR" dirty="0"/>
              <a:t>Örnek:</a:t>
            </a:r>
          </a:p>
          <a:p>
            <a:pPr marL="109728" indent="0">
              <a:buNone/>
            </a:pPr>
            <a:r>
              <a:rPr lang="tr-TR" dirty="0"/>
              <a:t>var isim: </a:t>
            </a:r>
            <a:r>
              <a:rPr lang="tr-TR" dirty="0" err="1"/>
              <a:t>String</a:t>
            </a:r>
            <a:r>
              <a:rPr lang="tr-TR" dirty="0"/>
              <a:t> = "Zafer"</a:t>
            </a:r>
          </a:p>
          <a:p>
            <a:r>
              <a:rPr lang="tr-TR" dirty="0" err="1"/>
              <a:t>Kotlin’de</a:t>
            </a:r>
            <a:r>
              <a:rPr lang="tr-TR" dirty="0"/>
              <a:t> mantıksal ifadeler tanımlamak için </a:t>
            </a:r>
            <a:r>
              <a:rPr lang="tr-TR" dirty="0" err="1"/>
              <a:t>Boolean</a:t>
            </a:r>
            <a:r>
              <a:rPr lang="tr-TR" dirty="0"/>
              <a:t> veri tipi kullanılır.</a:t>
            </a:r>
          </a:p>
          <a:p>
            <a:pPr marL="109728" indent="0">
              <a:buNone/>
            </a:pPr>
            <a:r>
              <a:rPr lang="tr-TR" dirty="0"/>
              <a:t>Örnek:</a:t>
            </a:r>
          </a:p>
          <a:p>
            <a:pPr marL="109728" indent="0">
              <a:buNone/>
            </a:pPr>
            <a:r>
              <a:rPr lang="tr-TR" dirty="0"/>
              <a:t>var </a:t>
            </a:r>
            <a:r>
              <a:rPr lang="tr-TR" dirty="0" err="1"/>
              <a:t>girisYaptimi</a:t>
            </a:r>
            <a:r>
              <a:rPr lang="tr-TR" dirty="0"/>
              <a:t>: </a:t>
            </a:r>
            <a:r>
              <a:rPr lang="tr-TR" dirty="0" err="1"/>
              <a:t>Boolean</a:t>
            </a:r>
            <a:r>
              <a:rPr lang="tr-TR" dirty="0"/>
              <a:t> = </a:t>
            </a:r>
            <a:r>
              <a:rPr lang="tr-TR" dirty="0" err="1"/>
              <a:t>false</a:t>
            </a:r>
            <a:endParaRPr lang="tr-TR" dirty="0"/>
          </a:p>
          <a:p>
            <a:r>
              <a:rPr lang="tr-TR" dirty="0" err="1"/>
              <a:t>Kotlin’de</a:t>
            </a:r>
            <a:r>
              <a:rPr lang="tr-TR" dirty="0"/>
              <a:t> karakter tanımlamak için </a:t>
            </a:r>
            <a:r>
              <a:rPr lang="tr-TR" dirty="0" err="1"/>
              <a:t>Char</a:t>
            </a:r>
            <a:r>
              <a:rPr lang="tr-TR" dirty="0"/>
              <a:t> veri tipi kullanılır.</a:t>
            </a:r>
          </a:p>
          <a:p>
            <a:pPr marL="109728" indent="0">
              <a:buNone/>
            </a:pPr>
            <a:r>
              <a:rPr lang="tr-TR" dirty="0"/>
              <a:t>Örnek:</a:t>
            </a:r>
          </a:p>
          <a:p>
            <a:pPr marL="109728" indent="0">
              <a:buNone/>
            </a:pPr>
            <a:r>
              <a:rPr lang="tr-TR" dirty="0"/>
              <a:t>var </a:t>
            </a:r>
            <a:r>
              <a:rPr lang="tr-TR" dirty="0" err="1"/>
              <a:t>ilkHarf</a:t>
            </a:r>
            <a:r>
              <a:rPr lang="tr-TR" dirty="0"/>
              <a:t>: </a:t>
            </a:r>
            <a:r>
              <a:rPr lang="tr-TR" dirty="0" err="1"/>
              <a:t>Char</a:t>
            </a:r>
            <a:r>
              <a:rPr lang="tr-TR" dirty="0"/>
              <a:t> = ‘Z’</a:t>
            </a:r>
          </a:p>
        </p:txBody>
      </p:sp>
    </p:spTree>
    <p:extLst>
      <p:ext uri="{BB962C8B-B14F-4D97-AF65-F5344CB8AC3E}">
        <p14:creationId xmlns:p14="http://schemas.microsoft.com/office/powerpoint/2010/main" val="3128547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AE3B2-1649-9EDA-3D54-034D4237B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8046388-6E61-7B76-3F51-80142BE6B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/>
              <a:t>Tür Dönüşümleri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4CBE1E2-BA63-AE0A-5856-060F12867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tr-TR" dirty="0" err="1"/>
              <a:t>Kotlin’de</a:t>
            </a:r>
            <a:r>
              <a:rPr lang="tr-TR" dirty="0"/>
              <a:t> tür dönüşümü için .</a:t>
            </a:r>
            <a:r>
              <a:rPr lang="tr-TR" dirty="0" err="1"/>
              <a:t>to’IstenenTur</a:t>
            </a:r>
            <a:r>
              <a:rPr lang="tr-TR" dirty="0"/>
              <a:t>’() şeklindeki fonksiyon kullanılır.</a:t>
            </a:r>
          </a:p>
          <a:p>
            <a:pPr marL="109728" indent="0" rtl="0">
              <a:buNone/>
            </a:pPr>
            <a:r>
              <a:rPr lang="tr-TR" dirty="0"/>
              <a:t>Örnek:</a:t>
            </a:r>
          </a:p>
          <a:p>
            <a:pPr marL="109728" indent="0" rtl="0">
              <a:buNone/>
            </a:pPr>
            <a:r>
              <a:rPr lang="tr-TR" dirty="0"/>
              <a:t>var </a:t>
            </a:r>
            <a:r>
              <a:rPr lang="tr-TR" dirty="0" err="1"/>
              <a:t>deger</a:t>
            </a:r>
            <a:r>
              <a:rPr lang="tr-TR" dirty="0"/>
              <a:t> = 50.5</a:t>
            </a:r>
          </a:p>
          <a:p>
            <a:pPr marL="109728" indent="0" rtl="0">
              <a:buNone/>
            </a:pPr>
            <a:r>
              <a:rPr lang="tr-TR" dirty="0"/>
              <a:t>var </a:t>
            </a:r>
            <a:r>
              <a:rPr lang="tr-TR" dirty="0" err="1"/>
              <a:t>stringDeger</a:t>
            </a:r>
            <a:r>
              <a:rPr lang="tr-TR" dirty="0"/>
              <a:t> = </a:t>
            </a:r>
            <a:r>
              <a:rPr lang="tr-TR" dirty="0" err="1"/>
              <a:t>deger.toString</a:t>
            </a:r>
            <a:r>
              <a:rPr lang="tr-TR" dirty="0"/>
              <a:t>()</a:t>
            </a:r>
          </a:p>
          <a:p>
            <a:pPr marL="109728" indent="0" rtl="0">
              <a:buNone/>
            </a:pPr>
            <a:r>
              <a:rPr lang="tr-TR" dirty="0" err="1"/>
              <a:t>println</a:t>
            </a:r>
            <a:r>
              <a:rPr lang="tr-TR" dirty="0"/>
              <a:t>(</a:t>
            </a:r>
            <a:r>
              <a:rPr lang="tr-TR" dirty="0" err="1"/>
              <a:t>stringDeger</a:t>
            </a:r>
            <a:r>
              <a:rPr lang="tr-TR" dirty="0"/>
              <a:t> + "selam")</a:t>
            </a:r>
          </a:p>
        </p:txBody>
      </p:sp>
    </p:spTree>
    <p:extLst>
      <p:ext uri="{BB962C8B-B14F-4D97-AF65-F5344CB8AC3E}">
        <p14:creationId xmlns:p14="http://schemas.microsoft.com/office/powerpoint/2010/main" val="914081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6220F-8B53-5101-8638-0007A70D1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714A4F9-2F5E-49DC-D854-0D9AAAF22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/>
              <a:t>Koşul Yapılanmaları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CBED3C7-F453-BBFB-E4B6-7C86292D8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20000"/>
          </a:bodyPr>
          <a:lstStyle/>
          <a:p>
            <a:pPr rtl="0"/>
            <a:r>
              <a:rPr lang="tr-TR" dirty="0" err="1"/>
              <a:t>Kotlin’de</a:t>
            </a:r>
            <a:r>
              <a:rPr lang="tr-TR" dirty="0"/>
              <a:t> koşul yapılanmaları olarak </a:t>
            </a:r>
            <a:r>
              <a:rPr lang="tr-TR" dirty="0" err="1"/>
              <a:t>when</a:t>
            </a:r>
            <a:r>
              <a:rPr lang="tr-TR" dirty="0"/>
              <a:t> ve </a:t>
            </a:r>
            <a:r>
              <a:rPr lang="tr-TR" dirty="0" err="1"/>
              <a:t>if</a:t>
            </a:r>
            <a:r>
              <a:rPr lang="tr-TR" dirty="0"/>
              <a:t>-else </a:t>
            </a:r>
            <a:r>
              <a:rPr lang="tr-TR" dirty="0" err="1"/>
              <a:t>if</a:t>
            </a:r>
            <a:r>
              <a:rPr lang="tr-TR" dirty="0"/>
              <a:t>-else yapılanmaları kullanılabilir.</a:t>
            </a:r>
          </a:p>
          <a:p>
            <a:pPr marL="109728" indent="0" rtl="0">
              <a:buNone/>
            </a:pPr>
            <a:r>
              <a:rPr lang="tr-TR" dirty="0"/>
              <a:t>Örnek:</a:t>
            </a:r>
          </a:p>
          <a:p>
            <a:pPr marL="109728" indent="0" rtl="0">
              <a:buNone/>
            </a:pPr>
            <a:r>
              <a:rPr lang="tr-TR" dirty="0"/>
              <a:t>var </a:t>
            </a:r>
            <a:r>
              <a:rPr lang="tr-TR" dirty="0" err="1"/>
              <a:t>deger</a:t>
            </a:r>
            <a:r>
              <a:rPr lang="tr-TR" dirty="0"/>
              <a:t>: </a:t>
            </a:r>
            <a:r>
              <a:rPr lang="tr-TR" dirty="0" err="1"/>
              <a:t>Int</a:t>
            </a:r>
            <a:r>
              <a:rPr lang="tr-TR" dirty="0"/>
              <a:t> = 11</a:t>
            </a:r>
          </a:p>
          <a:p>
            <a:pPr marL="109728" indent="0" rtl="0">
              <a:buNone/>
            </a:pPr>
            <a:r>
              <a:rPr lang="tr-TR" dirty="0" err="1"/>
              <a:t>when</a:t>
            </a:r>
            <a:r>
              <a:rPr lang="tr-TR" dirty="0"/>
              <a:t> (</a:t>
            </a:r>
            <a:r>
              <a:rPr lang="tr-TR" dirty="0" err="1"/>
              <a:t>deger</a:t>
            </a:r>
            <a:r>
              <a:rPr lang="tr-TR" dirty="0"/>
              <a:t>)</a:t>
            </a:r>
          </a:p>
          <a:p>
            <a:pPr marL="109728" indent="0" rtl="0">
              <a:buNone/>
            </a:pPr>
            <a:r>
              <a:rPr lang="tr-TR" dirty="0"/>
              <a:t>{</a:t>
            </a:r>
          </a:p>
          <a:p>
            <a:pPr marL="109728" indent="0" rtl="0">
              <a:buNone/>
            </a:pPr>
            <a:r>
              <a:rPr lang="tr-TR" dirty="0"/>
              <a:t>    11 -&gt; {</a:t>
            </a:r>
            <a:r>
              <a:rPr lang="tr-TR" dirty="0" err="1"/>
              <a:t>println</a:t>
            </a:r>
            <a:r>
              <a:rPr lang="tr-TR" dirty="0"/>
              <a:t>("</a:t>
            </a:r>
            <a:r>
              <a:rPr lang="tr-TR" dirty="0" err="1"/>
              <a:t>Deger</a:t>
            </a:r>
            <a:r>
              <a:rPr lang="tr-TR" dirty="0"/>
              <a:t> 11")}</a:t>
            </a:r>
          </a:p>
          <a:p>
            <a:pPr marL="109728" indent="0" rtl="0">
              <a:buNone/>
            </a:pPr>
            <a:r>
              <a:rPr lang="tr-TR" dirty="0"/>
              <a:t>    12 -&gt; {</a:t>
            </a:r>
            <a:r>
              <a:rPr lang="tr-TR" dirty="0" err="1"/>
              <a:t>println</a:t>
            </a:r>
            <a:r>
              <a:rPr lang="tr-TR" dirty="0"/>
              <a:t>("</a:t>
            </a:r>
            <a:r>
              <a:rPr lang="tr-TR" dirty="0" err="1"/>
              <a:t>Deger</a:t>
            </a:r>
            <a:r>
              <a:rPr lang="tr-TR" dirty="0"/>
              <a:t> 11")}</a:t>
            </a:r>
          </a:p>
          <a:p>
            <a:pPr marL="109728" indent="0" rtl="0">
              <a:buNone/>
            </a:pPr>
            <a:r>
              <a:rPr lang="tr-TR" dirty="0"/>
              <a:t>    13 -&gt; {</a:t>
            </a:r>
            <a:r>
              <a:rPr lang="tr-TR" dirty="0" err="1"/>
              <a:t>println</a:t>
            </a:r>
            <a:r>
              <a:rPr lang="tr-TR" dirty="0"/>
              <a:t>("</a:t>
            </a:r>
            <a:r>
              <a:rPr lang="tr-TR" dirty="0" err="1"/>
              <a:t>Deger</a:t>
            </a:r>
            <a:r>
              <a:rPr lang="tr-TR" dirty="0"/>
              <a:t> 13")}</a:t>
            </a:r>
          </a:p>
          <a:p>
            <a:pPr marL="109728" indent="0" rtl="0">
              <a:buNone/>
            </a:pPr>
            <a:r>
              <a:rPr lang="tr-TR" dirty="0"/>
              <a:t>    else -&gt; {</a:t>
            </a:r>
            <a:r>
              <a:rPr lang="tr-TR" dirty="0" err="1"/>
              <a:t>println</a:t>
            </a:r>
            <a:r>
              <a:rPr lang="tr-TR" dirty="0"/>
              <a:t>("</a:t>
            </a:r>
            <a:r>
              <a:rPr lang="tr-TR" dirty="0" err="1"/>
              <a:t>Deger</a:t>
            </a:r>
            <a:r>
              <a:rPr lang="tr-TR" dirty="0"/>
              <a:t> </a:t>
            </a:r>
            <a:r>
              <a:rPr lang="tr-TR" dirty="0" err="1"/>
              <a:t>gecersiz</a:t>
            </a:r>
            <a:r>
              <a:rPr lang="tr-TR" dirty="0"/>
              <a:t>")}    </a:t>
            </a:r>
          </a:p>
          <a:p>
            <a:pPr marL="109728" indent="0" rtl="0">
              <a:buNone/>
            </a:pPr>
            <a:r>
              <a:rPr lang="tr-T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75547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D9574-895E-2509-0990-095FFA76A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F4CAFA3-295B-9F99-1B66-0C4CE91D1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/>
              <a:t>Koşul Yapılanmaları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36CB382-7672-8391-687A-136128B51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rtl="0"/>
            <a:r>
              <a:rPr lang="tr-TR" dirty="0" err="1"/>
              <a:t>Kotlin’de</a:t>
            </a:r>
            <a:r>
              <a:rPr lang="tr-TR" dirty="0"/>
              <a:t> koşul yapılanmaları olarak </a:t>
            </a:r>
            <a:r>
              <a:rPr lang="tr-TR" dirty="0" err="1"/>
              <a:t>when</a:t>
            </a:r>
            <a:r>
              <a:rPr lang="tr-TR" dirty="0"/>
              <a:t> ve </a:t>
            </a:r>
            <a:r>
              <a:rPr lang="tr-TR" dirty="0" err="1"/>
              <a:t>if</a:t>
            </a:r>
            <a:r>
              <a:rPr lang="tr-TR" dirty="0"/>
              <a:t>-else </a:t>
            </a:r>
            <a:r>
              <a:rPr lang="tr-TR" dirty="0" err="1"/>
              <a:t>if</a:t>
            </a:r>
            <a:r>
              <a:rPr lang="tr-TR" dirty="0"/>
              <a:t>-else yapılanmaları kullanılabilir.</a:t>
            </a:r>
          </a:p>
          <a:p>
            <a:pPr marL="109728" indent="0" rtl="0">
              <a:buNone/>
            </a:pPr>
            <a:r>
              <a:rPr lang="tr-TR" dirty="0"/>
              <a:t>Örnek:</a:t>
            </a:r>
          </a:p>
          <a:p>
            <a:pPr marL="109728" indent="0">
              <a:buNone/>
            </a:pPr>
            <a:r>
              <a:rPr lang="tr-TR" dirty="0"/>
              <a:t>var </a:t>
            </a:r>
            <a:r>
              <a:rPr lang="tr-TR" dirty="0" err="1"/>
              <a:t>yasSinir</a:t>
            </a:r>
            <a:r>
              <a:rPr lang="tr-TR" dirty="0"/>
              <a:t>: </a:t>
            </a:r>
            <a:r>
              <a:rPr lang="tr-TR" dirty="0" err="1"/>
              <a:t>Int</a:t>
            </a:r>
            <a:r>
              <a:rPr lang="tr-TR" dirty="0"/>
              <a:t> = 18</a:t>
            </a:r>
            <a:br>
              <a:rPr lang="tr-TR" dirty="0"/>
            </a:br>
            <a:r>
              <a:rPr lang="tr-TR" dirty="0" err="1"/>
              <a:t>if</a:t>
            </a:r>
            <a:r>
              <a:rPr lang="tr-TR" dirty="0"/>
              <a:t>(</a:t>
            </a:r>
            <a:r>
              <a:rPr lang="tr-TR" i="1" dirty="0" err="1"/>
              <a:t>yasSinir</a:t>
            </a:r>
            <a:r>
              <a:rPr lang="tr-TR" i="1" dirty="0"/>
              <a:t> </a:t>
            </a:r>
            <a:r>
              <a:rPr lang="tr-TR" dirty="0"/>
              <a:t>&gt;= 18)</a:t>
            </a:r>
            <a:br>
              <a:rPr lang="tr-TR" dirty="0"/>
            </a:br>
            <a:r>
              <a:rPr lang="tr-TR" dirty="0"/>
              <a:t>{</a:t>
            </a:r>
            <a:br>
              <a:rPr lang="tr-TR" dirty="0"/>
            </a:br>
            <a:r>
              <a:rPr lang="tr-TR" dirty="0"/>
              <a:t>    </a:t>
            </a:r>
            <a:r>
              <a:rPr lang="tr-TR" i="1" dirty="0" err="1"/>
              <a:t>println</a:t>
            </a:r>
            <a:r>
              <a:rPr lang="tr-TR" dirty="0"/>
              <a:t>("Ehliyet alabilir")</a:t>
            </a:r>
            <a:br>
              <a:rPr lang="tr-TR" dirty="0"/>
            </a:br>
            <a:r>
              <a:rPr lang="tr-TR" dirty="0"/>
              <a:t>} else{</a:t>
            </a:r>
            <a:br>
              <a:rPr lang="tr-TR" dirty="0"/>
            </a:br>
            <a:r>
              <a:rPr lang="tr-TR" dirty="0"/>
              <a:t>    </a:t>
            </a:r>
            <a:r>
              <a:rPr lang="tr-TR" i="1" dirty="0" err="1"/>
              <a:t>println</a:t>
            </a:r>
            <a:r>
              <a:rPr lang="tr-TR" dirty="0"/>
              <a:t>("Ehliyet alamaz")</a:t>
            </a:r>
            <a:br>
              <a:rPr lang="tr-TR" dirty="0"/>
            </a:br>
            <a:r>
              <a:rPr lang="tr-T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54355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C163A-8D9D-345F-00B4-ECAC6F293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7BCF38-64BB-C7D9-9BDE-E39103978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/>
              <a:t>Döngüler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8866873-06A4-996F-AB1A-0D57BC902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tr-TR" dirty="0" err="1"/>
              <a:t>Kotlin’de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, </a:t>
            </a:r>
            <a:r>
              <a:rPr lang="tr-TR" dirty="0" err="1"/>
              <a:t>while</a:t>
            </a:r>
            <a:r>
              <a:rPr lang="tr-TR" dirty="0"/>
              <a:t> ve do-</a:t>
            </a:r>
            <a:r>
              <a:rPr lang="tr-TR" dirty="0" err="1"/>
              <a:t>while</a:t>
            </a:r>
            <a:r>
              <a:rPr lang="tr-TR" dirty="0"/>
              <a:t> döngüleri kullanılabilir.</a:t>
            </a:r>
          </a:p>
          <a:p>
            <a:pPr marL="109728" indent="0" rtl="0">
              <a:buNone/>
            </a:pPr>
            <a:r>
              <a:rPr lang="tr-TR" dirty="0"/>
              <a:t>Örnek:</a:t>
            </a:r>
          </a:p>
          <a:p>
            <a:pPr marL="109728" indent="0">
              <a:buNone/>
            </a:pPr>
            <a:r>
              <a:rPr lang="tr-TR" dirty="0" err="1"/>
              <a:t>for</a:t>
            </a:r>
            <a:r>
              <a:rPr lang="tr-TR" dirty="0"/>
              <a:t>(i in 1..10)</a:t>
            </a:r>
            <a:br>
              <a:rPr lang="tr-TR" dirty="0"/>
            </a:br>
            <a:r>
              <a:rPr lang="tr-TR" dirty="0"/>
              <a:t>{</a:t>
            </a:r>
            <a:br>
              <a:rPr lang="tr-TR" dirty="0"/>
            </a:br>
            <a:r>
              <a:rPr lang="tr-TR" dirty="0"/>
              <a:t>    </a:t>
            </a:r>
            <a:r>
              <a:rPr lang="tr-TR" i="1" dirty="0" err="1"/>
              <a:t>println</a:t>
            </a:r>
            <a:r>
              <a:rPr lang="tr-TR" dirty="0"/>
              <a:t>(i)</a:t>
            </a:r>
            <a:br>
              <a:rPr lang="tr-TR" dirty="0"/>
            </a:br>
            <a:r>
              <a:rPr lang="tr-T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29134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16490-A305-BB83-8728-D213C17C8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3775A73-11D8-2C2F-8B04-177B0F0A4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/>
              <a:t>Döngüler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8EE1D2E-EF9C-EBBA-3815-22CC6DE84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tr-TR" dirty="0" err="1"/>
              <a:t>Kotlin’de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, </a:t>
            </a:r>
            <a:r>
              <a:rPr lang="tr-TR" dirty="0" err="1"/>
              <a:t>while</a:t>
            </a:r>
            <a:r>
              <a:rPr lang="tr-TR" dirty="0"/>
              <a:t> ve do-</a:t>
            </a:r>
            <a:r>
              <a:rPr lang="tr-TR" dirty="0" err="1"/>
              <a:t>while</a:t>
            </a:r>
            <a:r>
              <a:rPr lang="tr-TR" dirty="0"/>
              <a:t> döngüleri kullanılabilir.</a:t>
            </a:r>
          </a:p>
          <a:p>
            <a:pPr marL="109728" indent="0" rtl="0">
              <a:buNone/>
            </a:pPr>
            <a:r>
              <a:rPr lang="tr-TR" dirty="0"/>
              <a:t>Örnek:</a:t>
            </a:r>
          </a:p>
          <a:p>
            <a:pPr marL="109728" indent="0">
              <a:buNone/>
            </a:pPr>
            <a:r>
              <a:rPr lang="tr-TR" dirty="0"/>
              <a:t>var </a:t>
            </a:r>
            <a:r>
              <a:rPr lang="tr-TR" dirty="0" err="1"/>
              <a:t>sayac</a:t>
            </a:r>
            <a:r>
              <a:rPr lang="tr-TR" dirty="0"/>
              <a:t>: </a:t>
            </a:r>
            <a:r>
              <a:rPr lang="tr-TR" dirty="0" err="1"/>
              <a:t>Int</a:t>
            </a:r>
            <a:r>
              <a:rPr lang="tr-TR" dirty="0"/>
              <a:t> = 1</a:t>
            </a:r>
            <a:br>
              <a:rPr lang="tr-TR" dirty="0"/>
            </a:br>
            <a:r>
              <a:rPr lang="tr-TR" dirty="0" err="1"/>
              <a:t>while</a:t>
            </a:r>
            <a:r>
              <a:rPr lang="tr-TR" dirty="0"/>
              <a:t>(</a:t>
            </a:r>
            <a:r>
              <a:rPr lang="tr-TR" i="1" dirty="0" err="1"/>
              <a:t>sayac</a:t>
            </a:r>
            <a:r>
              <a:rPr lang="tr-TR" i="1" dirty="0"/>
              <a:t> </a:t>
            </a:r>
            <a:r>
              <a:rPr lang="tr-TR" dirty="0"/>
              <a:t>&lt;= 10)</a:t>
            </a:r>
            <a:br>
              <a:rPr lang="tr-TR" dirty="0"/>
            </a:br>
            <a:r>
              <a:rPr lang="tr-TR" dirty="0"/>
              <a:t>{</a:t>
            </a:r>
            <a:br>
              <a:rPr lang="tr-TR" dirty="0"/>
            </a:br>
            <a:r>
              <a:rPr lang="tr-TR" dirty="0"/>
              <a:t>    </a:t>
            </a:r>
            <a:r>
              <a:rPr lang="tr-TR" i="1" dirty="0" err="1"/>
              <a:t>println</a:t>
            </a:r>
            <a:r>
              <a:rPr lang="tr-TR" dirty="0"/>
              <a:t>(</a:t>
            </a:r>
            <a:r>
              <a:rPr lang="tr-TR" i="1" dirty="0" err="1"/>
              <a:t>sayac</a:t>
            </a:r>
            <a:r>
              <a:rPr lang="tr-TR" dirty="0"/>
              <a:t>)</a:t>
            </a:r>
            <a:br>
              <a:rPr lang="tr-TR" dirty="0"/>
            </a:br>
            <a:r>
              <a:rPr lang="tr-TR" dirty="0"/>
              <a:t>    </a:t>
            </a:r>
            <a:r>
              <a:rPr lang="tr-TR" i="1" dirty="0" err="1"/>
              <a:t>sayac</a:t>
            </a:r>
            <a:r>
              <a:rPr lang="tr-TR" dirty="0"/>
              <a:t>++</a:t>
            </a:r>
            <a:br>
              <a:rPr lang="tr-TR" dirty="0"/>
            </a:br>
            <a:r>
              <a:rPr lang="tr-T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65164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56C69-4D2B-F9D0-DCC0-559779836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E4A5AFF-7C6F-172C-DAB6-68BE70F71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/>
              <a:t>Döngüler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36D525D-942E-251A-DAA1-7F7F760BF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tr-TR" dirty="0" err="1"/>
              <a:t>Kotlin’de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, </a:t>
            </a:r>
            <a:r>
              <a:rPr lang="tr-TR" dirty="0" err="1"/>
              <a:t>while</a:t>
            </a:r>
            <a:r>
              <a:rPr lang="tr-TR" dirty="0"/>
              <a:t> ve do-</a:t>
            </a:r>
            <a:r>
              <a:rPr lang="tr-TR" dirty="0" err="1"/>
              <a:t>while</a:t>
            </a:r>
            <a:r>
              <a:rPr lang="tr-TR" dirty="0"/>
              <a:t> döngüleri kullanılabilir.</a:t>
            </a:r>
          </a:p>
          <a:p>
            <a:pPr marL="109728" indent="0" rtl="0">
              <a:buNone/>
            </a:pPr>
            <a:r>
              <a:rPr lang="tr-TR" dirty="0"/>
              <a:t>Örnek:</a:t>
            </a:r>
          </a:p>
          <a:p>
            <a:pPr marL="109728" indent="0">
              <a:buNone/>
            </a:pPr>
            <a:r>
              <a:rPr lang="tr-TR" dirty="0"/>
              <a:t>var </a:t>
            </a:r>
            <a:r>
              <a:rPr lang="tr-TR" dirty="0" err="1"/>
              <a:t>sayac</a:t>
            </a:r>
            <a:r>
              <a:rPr lang="tr-TR" dirty="0"/>
              <a:t>: </a:t>
            </a:r>
            <a:r>
              <a:rPr lang="tr-TR" dirty="0" err="1"/>
              <a:t>Int</a:t>
            </a:r>
            <a:r>
              <a:rPr lang="tr-TR" dirty="0"/>
              <a:t> = 15</a:t>
            </a:r>
            <a:br>
              <a:rPr lang="tr-TR" dirty="0"/>
            </a:br>
            <a:r>
              <a:rPr lang="tr-TR" dirty="0"/>
              <a:t>do{</a:t>
            </a:r>
            <a:br>
              <a:rPr lang="tr-TR" dirty="0"/>
            </a:br>
            <a:r>
              <a:rPr lang="tr-TR" dirty="0"/>
              <a:t>    </a:t>
            </a:r>
            <a:r>
              <a:rPr lang="tr-TR" i="1" dirty="0" err="1"/>
              <a:t>println</a:t>
            </a:r>
            <a:r>
              <a:rPr lang="tr-TR" dirty="0"/>
              <a:t>(</a:t>
            </a:r>
            <a:r>
              <a:rPr lang="tr-TR" i="1" dirty="0" err="1"/>
              <a:t>sayac</a:t>
            </a:r>
            <a:r>
              <a:rPr lang="tr-TR" dirty="0"/>
              <a:t>)</a:t>
            </a:r>
            <a:br>
              <a:rPr lang="tr-TR" dirty="0"/>
            </a:br>
            <a:r>
              <a:rPr lang="tr-TR" dirty="0"/>
              <a:t>    </a:t>
            </a:r>
            <a:r>
              <a:rPr lang="tr-TR" i="1" dirty="0" err="1"/>
              <a:t>sayac</a:t>
            </a:r>
            <a:r>
              <a:rPr lang="tr-TR" dirty="0"/>
              <a:t>++</a:t>
            </a:r>
            <a:br>
              <a:rPr lang="tr-TR" dirty="0"/>
            </a:br>
            <a:r>
              <a:rPr lang="tr-TR" dirty="0"/>
              <a:t>} </a:t>
            </a:r>
            <a:r>
              <a:rPr lang="tr-TR" dirty="0" err="1"/>
              <a:t>while</a:t>
            </a:r>
            <a:r>
              <a:rPr lang="tr-TR" dirty="0"/>
              <a:t>(</a:t>
            </a:r>
            <a:r>
              <a:rPr lang="tr-TR" i="1" dirty="0" err="1"/>
              <a:t>sayac</a:t>
            </a:r>
            <a:r>
              <a:rPr lang="tr-TR" i="1" dirty="0"/>
              <a:t> </a:t>
            </a:r>
            <a:r>
              <a:rPr lang="tr-TR" dirty="0"/>
              <a:t>&lt;= 10)</a:t>
            </a:r>
            <a:br>
              <a:rPr lang="tr-TR" dirty="0"/>
            </a:b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01973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9CEA9-8448-F95B-48EE-49B4F6672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EFDCFDF-29C3-E8DC-FECB-AE3F4C6E4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/>
              <a:t>Koleksiyonlar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FD38FF3-6AF9-7F97-53CC-0C480E23E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r>
              <a:rPr lang="tr-TR" dirty="0" err="1"/>
              <a:t>Kotlin’de</a:t>
            </a:r>
            <a:r>
              <a:rPr lang="tr-TR" dirty="0"/>
              <a:t> </a:t>
            </a:r>
            <a:r>
              <a:rPr lang="tr-TR" dirty="0" err="1"/>
              <a:t>mutableListOf</a:t>
            </a:r>
            <a:r>
              <a:rPr lang="tr-TR" dirty="0"/>
              <a:t>, </a:t>
            </a:r>
            <a:r>
              <a:rPr lang="tr-TR" dirty="0" err="1"/>
              <a:t>mutableSetOf</a:t>
            </a:r>
            <a:r>
              <a:rPr lang="tr-TR" dirty="0"/>
              <a:t> ve </a:t>
            </a:r>
            <a:r>
              <a:rPr lang="tr-TR" dirty="0" err="1"/>
              <a:t>mutableMapOf</a:t>
            </a:r>
            <a:r>
              <a:rPr lang="tr-TR" dirty="0"/>
              <a:t> ile içeriği sonradan değiştirilebilen koleksiyonlar tanımlanabilir. </a:t>
            </a:r>
            <a:r>
              <a:rPr lang="tr-TR" dirty="0" err="1"/>
              <a:t>mutableSetOf</a:t>
            </a:r>
            <a:r>
              <a:rPr lang="tr-TR" dirty="0"/>
              <a:t> ile tanımlanan koleksiyonların içerisinde aynı değerden birden fazla bulunamaz ve </a:t>
            </a:r>
            <a:r>
              <a:rPr lang="tr-TR" dirty="0" err="1"/>
              <a:t>mutableMapOf</a:t>
            </a:r>
            <a:r>
              <a:rPr lang="tr-TR" dirty="0"/>
              <a:t> ile tanımlanan koleksiyonlarda anahtar-değer ikilisi kullanılır.</a:t>
            </a:r>
            <a:br>
              <a:rPr lang="tr-TR" dirty="0"/>
            </a:b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44227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5F0E2-190A-3125-90B1-73DE7ECE0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5A45AFE-EAF2-A15E-7F2D-8532263D5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/>
              <a:t>Koleksiyonlar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50A9225-5ABE-8BAB-7AF4-1DEE07425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109728" indent="0">
              <a:buNone/>
            </a:pPr>
            <a:r>
              <a:rPr lang="tr-TR" dirty="0"/>
              <a:t>Örnek:</a:t>
            </a:r>
          </a:p>
          <a:p>
            <a:pPr marL="109728" indent="0">
              <a:buNone/>
            </a:pPr>
            <a:r>
              <a:rPr lang="tr-TR" dirty="0"/>
              <a:t>var liste1 = </a:t>
            </a:r>
            <a:r>
              <a:rPr lang="tr-TR" i="1" dirty="0" err="1"/>
              <a:t>mutableListOf</a:t>
            </a:r>
            <a:r>
              <a:rPr lang="tr-TR" dirty="0"/>
              <a:t>&lt;</a:t>
            </a:r>
            <a:r>
              <a:rPr lang="tr-TR" dirty="0" err="1"/>
              <a:t>Int</a:t>
            </a:r>
            <a:r>
              <a:rPr lang="tr-TR" dirty="0"/>
              <a:t>&gt;(11, 22, 33)</a:t>
            </a:r>
            <a:br>
              <a:rPr lang="tr-TR" dirty="0"/>
            </a:br>
            <a:r>
              <a:rPr lang="tr-TR" dirty="0"/>
              <a:t>var liste2 = </a:t>
            </a:r>
            <a:r>
              <a:rPr lang="tr-TR" i="1" dirty="0" err="1"/>
              <a:t>mutableSetOf</a:t>
            </a:r>
            <a:r>
              <a:rPr lang="tr-TR" dirty="0"/>
              <a:t>&lt;</a:t>
            </a:r>
            <a:r>
              <a:rPr lang="tr-TR" dirty="0" err="1"/>
              <a:t>String</a:t>
            </a:r>
            <a:r>
              <a:rPr lang="tr-TR" dirty="0"/>
              <a:t>&gt;("Bilecik", "Bilecik", "Ankara", "İzmir")</a:t>
            </a:r>
            <a:br>
              <a:rPr lang="tr-TR" dirty="0"/>
            </a:br>
            <a:r>
              <a:rPr lang="tr-TR" dirty="0"/>
              <a:t>var liste3 = </a:t>
            </a:r>
            <a:r>
              <a:rPr lang="tr-TR" i="1" dirty="0" err="1"/>
              <a:t>mutableMapOf</a:t>
            </a:r>
            <a:r>
              <a:rPr lang="tr-TR" dirty="0"/>
              <a:t>&lt;</a:t>
            </a:r>
            <a:r>
              <a:rPr lang="tr-TR" dirty="0" err="1"/>
              <a:t>String</a:t>
            </a:r>
            <a:r>
              <a:rPr lang="tr-TR" dirty="0"/>
              <a:t>, </a:t>
            </a:r>
            <a:r>
              <a:rPr lang="tr-TR" dirty="0" err="1"/>
              <a:t>Int</a:t>
            </a:r>
            <a:r>
              <a:rPr lang="tr-TR" dirty="0"/>
              <a:t>&gt;("yas" </a:t>
            </a:r>
            <a:r>
              <a:rPr lang="tr-TR" i="1" dirty="0" err="1"/>
              <a:t>to</a:t>
            </a:r>
            <a:r>
              <a:rPr lang="tr-TR" i="1" dirty="0"/>
              <a:t> </a:t>
            </a:r>
            <a:r>
              <a:rPr lang="tr-TR" dirty="0"/>
              <a:t>30, "plaka" </a:t>
            </a:r>
            <a:r>
              <a:rPr lang="tr-TR" i="1" dirty="0" err="1"/>
              <a:t>to</a:t>
            </a:r>
            <a:r>
              <a:rPr lang="tr-TR" i="1" dirty="0"/>
              <a:t> </a:t>
            </a:r>
            <a:r>
              <a:rPr lang="tr-TR" dirty="0"/>
              <a:t>11)</a:t>
            </a:r>
            <a:br>
              <a:rPr lang="tr-TR" dirty="0"/>
            </a:b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110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6D6F5-8ADE-8544-47E8-63F152120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0C4F00F-30E7-0F54-6EBD-CE01984BF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/>
              <a:t>Fonksiyonlar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58A95DB-82BB-C971-6393-344DB0185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r>
              <a:rPr lang="tr-TR" dirty="0" err="1"/>
              <a:t>Kotlin’de</a:t>
            </a:r>
            <a:r>
              <a:rPr lang="tr-TR" dirty="0"/>
              <a:t> </a:t>
            </a:r>
            <a:r>
              <a:rPr lang="tr-TR" dirty="0" err="1"/>
              <a:t>fun</a:t>
            </a:r>
            <a:r>
              <a:rPr lang="tr-TR" dirty="0"/>
              <a:t> anahtar sözcüğü ile fonksiyon tanımlanabilir.</a:t>
            </a:r>
          </a:p>
          <a:p>
            <a:pPr marL="109728" indent="0">
              <a:buNone/>
            </a:pPr>
            <a:r>
              <a:rPr lang="tr-TR" dirty="0"/>
              <a:t>Örnek:</a:t>
            </a:r>
          </a:p>
          <a:p>
            <a:pPr marL="109728" indent="0">
              <a:buNone/>
            </a:pPr>
            <a:r>
              <a:rPr lang="tr-TR" dirty="0" err="1"/>
              <a:t>fun</a:t>
            </a:r>
            <a:r>
              <a:rPr lang="tr-TR" dirty="0"/>
              <a:t> Selamla()</a:t>
            </a:r>
            <a:br>
              <a:rPr lang="tr-TR" dirty="0"/>
            </a:br>
            <a:r>
              <a:rPr lang="tr-TR" dirty="0"/>
              <a:t>{</a:t>
            </a:r>
            <a:br>
              <a:rPr lang="tr-TR" dirty="0"/>
            </a:br>
            <a:r>
              <a:rPr lang="tr-TR" dirty="0"/>
              <a:t>    </a:t>
            </a:r>
            <a:r>
              <a:rPr lang="tr-TR" i="1" dirty="0" err="1"/>
              <a:t>println</a:t>
            </a:r>
            <a:r>
              <a:rPr lang="tr-TR" dirty="0"/>
              <a:t>("Merhaba")</a:t>
            </a:r>
            <a:br>
              <a:rPr lang="tr-TR" dirty="0"/>
            </a:br>
            <a:r>
              <a:rPr lang="tr-TR" dirty="0"/>
              <a:t>}</a:t>
            </a:r>
          </a:p>
          <a:p>
            <a:pPr marL="109728" indent="0">
              <a:buNone/>
            </a:pPr>
            <a:br>
              <a:rPr lang="tr-TR" dirty="0"/>
            </a:b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4361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ğitim sunusu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225310_TF03460604" id="{F6EFC989-8B6A-426D-8CC8-42909735A4A0}" vid="{6F0D95CE-7106-4C3E-8D98-EE1220DA24E4}"/>
    </a:ext>
  </a:extLst>
</a:theme>
</file>

<file path=ppt/theme/theme2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Eğitim sunusu</Template>
  <TotalTime>505</TotalTime>
  <Words>1507</Words>
  <Application>Microsoft Office PowerPoint</Application>
  <PresentationFormat>Geniş ekran</PresentationFormat>
  <Paragraphs>147</Paragraphs>
  <Slides>18</Slides>
  <Notes>18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18</vt:i4>
      </vt:variant>
    </vt:vector>
  </HeadingPairs>
  <TitlesOfParts>
    <vt:vector size="23" baseType="lpstr">
      <vt:lpstr>Arial</vt:lpstr>
      <vt:lpstr>Calibri</vt:lpstr>
      <vt:lpstr>Georgia</vt:lpstr>
      <vt:lpstr>Wingdings 2</vt:lpstr>
      <vt:lpstr>Eğitim sunusu</vt:lpstr>
      <vt:lpstr>Mobil Uygulama Geliştirme</vt:lpstr>
      <vt:lpstr>Kotlin Nedir?</vt:lpstr>
      <vt:lpstr>Ekran Çıktısı</vt:lpstr>
      <vt:lpstr>Yorum Satırı</vt:lpstr>
      <vt:lpstr>Region(Alan) Tanımlama</vt:lpstr>
      <vt:lpstr>Değişken Tanımlama</vt:lpstr>
      <vt:lpstr>Değişken Tanımlama</vt:lpstr>
      <vt:lpstr>Değişken Türleri</vt:lpstr>
      <vt:lpstr>Değişken Türleri</vt:lpstr>
      <vt:lpstr>Tür Dönüşümleri</vt:lpstr>
      <vt:lpstr>Koşul Yapılanmaları</vt:lpstr>
      <vt:lpstr>Koşul Yapılanmaları</vt:lpstr>
      <vt:lpstr>Döngüler</vt:lpstr>
      <vt:lpstr>Döngüler</vt:lpstr>
      <vt:lpstr>Döngüler</vt:lpstr>
      <vt:lpstr>Koleksiyonlar</vt:lpstr>
      <vt:lpstr>Koleksiyonlar</vt:lpstr>
      <vt:lpstr>Fonksiyonlar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ZaferS</dc:creator>
  <cp:lastModifiedBy>ZaferS</cp:lastModifiedBy>
  <cp:revision>155</cp:revision>
  <dcterms:created xsi:type="dcterms:W3CDTF">2026-09-07T11:01:41Z</dcterms:created>
  <dcterms:modified xsi:type="dcterms:W3CDTF">2026-10-10T19:11:03Z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