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9"/>
  </p:notesMasterIdLst>
  <p:handoutMasterIdLst>
    <p:handoutMasterId r:id="rId40"/>
  </p:handoutMasterIdLst>
  <p:sldIdLst>
    <p:sldId id="257" r:id="rId2"/>
    <p:sldId id="295" r:id="rId3"/>
    <p:sldId id="282" r:id="rId4"/>
    <p:sldId id="283" r:id="rId5"/>
    <p:sldId id="284" r:id="rId6"/>
    <p:sldId id="285" r:id="rId7"/>
    <p:sldId id="286" r:id="rId8"/>
    <p:sldId id="287" r:id="rId9"/>
    <p:sldId id="288" r:id="rId10"/>
    <p:sldId id="289" r:id="rId11"/>
    <p:sldId id="290" r:id="rId12"/>
    <p:sldId id="291" r:id="rId13"/>
    <p:sldId id="292" r:id="rId14"/>
    <p:sldId id="293" r:id="rId15"/>
    <p:sldId id="294" r:id="rId16"/>
    <p:sldId id="296" r:id="rId17"/>
    <p:sldId id="297" r:id="rId18"/>
    <p:sldId id="298" r:id="rId19"/>
    <p:sldId id="299" r:id="rId20"/>
    <p:sldId id="300" r:id="rId21"/>
    <p:sldId id="301" r:id="rId22"/>
    <p:sldId id="302" r:id="rId23"/>
    <p:sldId id="303" r:id="rId24"/>
    <p:sldId id="304" r:id="rId25"/>
    <p:sldId id="305" r:id="rId26"/>
    <p:sldId id="306" r:id="rId27"/>
    <p:sldId id="307" r:id="rId28"/>
    <p:sldId id="308" r:id="rId29"/>
    <p:sldId id="309" r:id="rId30"/>
    <p:sldId id="310" r:id="rId31"/>
    <p:sldId id="311" r:id="rId32"/>
    <p:sldId id="312" r:id="rId33"/>
    <p:sldId id="313" r:id="rId34"/>
    <p:sldId id="314" r:id="rId35"/>
    <p:sldId id="315" r:id="rId36"/>
    <p:sldId id="316" r:id="rId37"/>
    <p:sldId id="317" r:id="rId38"/>
  </p:sldIdLst>
  <p:sldSz cx="12192000" cy="6858000"/>
  <p:notesSz cx="6858000" cy="9144000"/>
  <p:defaultTextStyle>
    <a:defPPr rtl="0">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pos="7296" userDrawn="1">
          <p15:clr>
            <a:srgbClr val="A4A3A4"/>
          </p15:clr>
        </p15:guide>
        <p15:guide id="4" orient="horz" pos="412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89911" autoAdjust="0"/>
  </p:normalViewPr>
  <p:slideViewPr>
    <p:cSldViewPr snapToGrid="0">
      <p:cViewPr varScale="1">
        <p:scale>
          <a:sx n="87" d="100"/>
          <a:sy n="87" d="100"/>
        </p:scale>
        <p:origin x="480" y="58"/>
      </p:cViewPr>
      <p:guideLst>
        <p:guide orient="horz" pos="2160"/>
        <p:guide pos="3840"/>
        <p:guide pos="7296"/>
        <p:guide orient="horz" pos="4128"/>
      </p:guideLst>
    </p:cSldViewPr>
  </p:slideViewPr>
  <p:notesTextViewPr>
    <p:cViewPr>
      <p:scale>
        <a:sx n="3" d="2"/>
        <a:sy n="3" d="2"/>
      </p:scale>
      <p:origin x="0" y="0"/>
    </p:cViewPr>
  </p:notesTextViewPr>
  <p:notesViewPr>
    <p:cSldViewPr snapToGrid="0" showGuides="1">
      <p:cViewPr varScale="1">
        <p:scale>
          <a:sx n="93" d="100"/>
          <a:sy n="93" d="100"/>
        </p:scale>
        <p:origin x="2874"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tr-TR" dirty="0"/>
          </a:p>
        </p:txBody>
      </p:sp>
      <p:sp>
        <p:nvSpPr>
          <p:cNvPr id="3" name="Tarih Yer Tutucusu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51FC8FC1-A1A8-42CB-96AC-83684F0DF578}" type="datetime1">
              <a:rPr lang="tr-TR" smtClean="0"/>
              <a:t>21.09.2024</a:t>
            </a:fld>
            <a:endParaRPr lang="tr-TR" dirty="0"/>
          </a:p>
        </p:txBody>
      </p:sp>
      <p:sp>
        <p:nvSpPr>
          <p:cNvPr id="4" name="Alt Bilgi Yer Tutucusu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tr-TR" dirty="0"/>
          </a:p>
        </p:txBody>
      </p:sp>
      <p:sp>
        <p:nvSpPr>
          <p:cNvPr id="5" name="Slayt Numarası Yer Tutucusu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4E50CC-F33A-4EF4-9F12-93EC4A21A0CF}" type="slidenum">
              <a:rPr lang="tr-TR" smtClean="0"/>
              <a:t>‹#›</a:t>
            </a:fld>
            <a:endParaRPr lang="tr-TR" dirty="0"/>
          </a:p>
        </p:txBody>
      </p:sp>
    </p:spTree>
    <p:extLst>
      <p:ext uri="{BB962C8B-B14F-4D97-AF65-F5344CB8AC3E}">
        <p14:creationId xmlns:p14="http://schemas.microsoft.com/office/powerpoint/2010/main" val="132329507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tr-TR" noProof="0" dirty="0"/>
          </a:p>
        </p:txBody>
      </p:sp>
      <p:sp>
        <p:nvSpPr>
          <p:cNvPr id="3" name="Tarih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E0653A-FB33-4975-A611-5D53C5C337D6}" type="datetime1">
              <a:rPr lang="tr-TR" smtClean="0"/>
              <a:pPr/>
              <a:t>21.09.2024</a:t>
            </a:fld>
            <a:endParaRPr lang="tr-TR" dirty="0"/>
          </a:p>
        </p:txBody>
      </p:sp>
      <p:sp>
        <p:nvSpPr>
          <p:cNvPr id="4" name="Slayt Görüntüsü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tr-TR" noProof="0" dirty="0"/>
          </a:p>
        </p:txBody>
      </p:sp>
      <p:sp>
        <p:nvSpPr>
          <p:cNvPr id="5" name="Notlar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tr-TR" noProof="0" dirty="0"/>
              <a:t>Asıl metin stillerini düzenlemek için tıklayın</a:t>
            </a:r>
          </a:p>
          <a:p>
            <a:pPr lvl="1" rtl="0"/>
            <a:r>
              <a:rPr lang="tr-TR" noProof="0" dirty="0"/>
              <a:t>İkinci düzey</a:t>
            </a:r>
          </a:p>
          <a:p>
            <a:pPr lvl="2" rtl="0"/>
            <a:r>
              <a:rPr lang="tr-TR" noProof="0" dirty="0"/>
              <a:t>Üçüncü düzey</a:t>
            </a:r>
          </a:p>
          <a:p>
            <a:pPr lvl="3" rtl="0"/>
            <a:r>
              <a:rPr lang="tr-TR" noProof="0" dirty="0"/>
              <a:t>Dördüncü düzey</a:t>
            </a:r>
          </a:p>
          <a:p>
            <a:pPr lvl="4" rtl="0"/>
            <a:r>
              <a:rPr lang="tr-TR" noProof="0" dirty="0"/>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tr-TR" noProof="0" dirty="0"/>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2674CE4-FBD8-4481-AEFB-CA53E599A745}" type="slidenum">
              <a:rPr lang="tr-TR" noProof="0" smtClean="0"/>
              <a:t>‹#›</a:t>
            </a:fld>
            <a:endParaRPr lang="tr-TR" noProof="0" dirty="0"/>
          </a:p>
        </p:txBody>
      </p:sp>
    </p:spTree>
    <p:extLst>
      <p:ext uri="{BB962C8B-B14F-4D97-AF65-F5344CB8AC3E}">
        <p14:creationId xmlns:p14="http://schemas.microsoft.com/office/powerpoint/2010/main" val="12732681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rtl="0"/>
            <a:endParaRPr lang="tr-TR" dirty="0"/>
          </a:p>
        </p:txBody>
      </p:sp>
      <p:sp>
        <p:nvSpPr>
          <p:cNvPr id="4" name="Slayt Numarası Yer Tutucusu 3"/>
          <p:cNvSpPr>
            <a:spLocks noGrp="1"/>
          </p:cNvSpPr>
          <p:nvPr>
            <p:ph type="sldNum" sz="quarter" idx="10"/>
          </p:nvPr>
        </p:nvSpPr>
        <p:spPr/>
        <p:txBody>
          <a:bodyPr rtlCol="0"/>
          <a:lstStyle/>
          <a:p>
            <a:pPr rtl="0"/>
            <a:fld id="{32674CE4-FBD8-4481-AEFB-CA53E599A745}" type="slidenum">
              <a:rPr lang="tr-TR" smtClean="0"/>
              <a:t>1</a:t>
            </a:fld>
            <a:endParaRPr lang="tr-TR" dirty="0"/>
          </a:p>
        </p:txBody>
      </p:sp>
    </p:spTree>
    <p:extLst>
      <p:ext uri="{BB962C8B-B14F-4D97-AF65-F5344CB8AC3E}">
        <p14:creationId xmlns:p14="http://schemas.microsoft.com/office/powerpoint/2010/main" val="2147974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a:t>
            </a:fld>
            <a:endParaRPr lang="tr-TR" dirty="0"/>
          </a:p>
        </p:txBody>
      </p:sp>
    </p:spTree>
    <p:extLst>
      <p:ext uri="{BB962C8B-B14F-4D97-AF65-F5344CB8AC3E}">
        <p14:creationId xmlns:p14="http://schemas.microsoft.com/office/powerpoint/2010/main" val="3139220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a:t>
            </a:fld>
            <a:endParaRPr lang="tr-TR" dirty="0"/>
          </a:p>
        </p:txBody>
      </p:sp>
    </p:spTree>
    <p:extLst>
      <p:ext uri="{BB962C8B-B14F-4D97-AF65-F5344CB8AC3E}">
        <p14:creationId xmlns:p14="http://schemas.microsoft.com/office/powerpoint/2010/main" val="30056406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4</a:t>
            </a:fld>
            <a:endParaRPr lang="tr-TR" dirty="0"/>
          </a:p>
        </p:txBody>
      </p:sp>
    </p:spTree>
    <p:extLst>
      <p:ext uri="{BB962C8B-B14F-4D97-AF65-F5344CB8AC3E}">
        <p14:creationId xmlns:p14="http://schemas.microsoft.com/office/powerpoint/2010/main" val="24579146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5</a:t>
            </a:fld>
            <a:endParaRPr lang="tr-TR" dirty="0"/>
          </a:p>
        </p:txBody>
      </p:sp>
    </p:spTree>
    <p:extLst>
      <p:ext uri="{BB962C8B-B14F-4D97-AF65-F5344CB8AC3E}">
        <p14:creationId xmlns:p14="http://schemas.microsoft.com/office/powerpoint/2010/main" val="3872325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6</a:t>
            </a:fld>
            <a:endParaRPr lang="tr-TR" dirty="0"/>
          </a:p>
        </p:txBody>
      </p:sp>
    </p:spTree>
    <p:extLst>
      <p:ext uri="{BB962C8B-B14F-4D97-AF65-F5344CB8AC3E}">
        <p14:creationId xmlns:p14="http://schemas.microsoft.com/office/powerpoint/2010/main" val="23195930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7</a:t>
            </a:fld>
            <a:endParaRPr lang="tr-TR" dirty="0"/>
          </a:p>
        </p:txBody>
      </p:sp>
    </p:spTree>
    <p:extLst>
      <p:ext uri="{BB962C8B-B14F-4D97-AF65-F5344CB8AC3E}">
        <p14:creationId xmlns:p14="http://schemas.microsoft.com/office/powerpoint/2010/main" val="14421797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8</a:t>
            </a:fld>
            <a:endParaRPr lang="tr-TR" dirty="0"/>
          </a:p>
        </p:txBody>
      </p:sp>
    </p:spTree>
    <p:extLst>
      <p:ext uri="{BB962C8B-B14F-4D97-AF65-F5344CB8AC3E}">
        <p14:creationId xmlns:p14="http://schemas.microsoft.com/office/powerpoint/2010/main" val="19521565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9</a:t>
            </a:fld>
            <a:endParaRPr lang="tr-TR" dirty="0"/>
          </a:p>
        </p:txBody>
      </p:sp>
    </p:spTree>
    <p:extLst>
      <p:ext uri="{BB962C8B-B14F-4D97-AF65-F5344CB8AC3E}">
        <p14:creationId xmlns:p14="http://schemas.microsoft.com/office/powerpoint/2010/main" val="30251261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10</a:t>
            </a:fld>
            <a:endParaRPr lang="tr-TR" dirty="0"/>
          </a:p>
        </p:txBody>
      </p:sp>
    </p:spTree>
    <p:extLst>
      <p:ext uri="{BB962C8B-B14F-4D97-AF65-F5344CB8AC3E}">
        <p14:creationId xmlns:p14="http://schemas.microsoft.com/office/powerpoint/2010/main" val="19815421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11</a:t>
            </a:fld>
            <a:endParaRPr lang="tr-TR" dirty="0"/>
          </a:p>
        </p:txBody>
      </p:sp>
    </p:spTree>
    <p:extLst>
      <p:ext uri="{BB962C8B-B14F-4D97-AF65-F5344CB8AC3E}">
        <p14:creationId xmlns:p14="http://schemas.microsoft.com/office/powerpoint/2010/main" val="19397125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12</a:t>
            </a:fld>
            <a:endParaRPr lang="tr-TR" dirty="0"/>
          </a:p>
        </p:txBody>
      </p:sp>
    </p:spTree>
    <p:extLst>
      <p:ext uri="{BB962C8B-B14F-4D97-AF65-F5344CB8AC3E}">
        <p14:creationId xmlns:p14="http://schemas.microsoft.com/office/powerpoint/2010/main" val="13670028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13</a:t>
            </a:fld>
            <a:endParaRPr lang="tr-TR" dirty="0"/>
          </a:p>
        </p:txBody>
      </p:sp>
    </p:spTree>
    <p:extLst>
      <p:ext uri="{BB962C8B-B14F-4D97-AF65-F5344CB8AC3E}">
        <p14:creationId xmlns:p14="http://schemas.microsoft.com/office/powerpoint/2010/main" val="30442354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14</a:t>
            </a:fld>
            <a:endParaRPr lang="tr-TR" dirty="0"/>
          </a:p>
        </p:txBody>
      </p:sp>
    </p:spTree>
    <p:extLst>
      <p:ext uri="{BB962C8B-B14F-4D97-AF65-F5344CB8AC3E}">
        <p14:creationId xmlns:p14="http://schemas.microsoft.com/office/powerpoint/2010/main" val="17084126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15</a:t>
            </a:fld>
            <a:endParaRPr lang="tr-TR" dirty="0"/>
          </a:p>
        </p:txBody>
      </p:sp>
    </p:spTree>
    <p:extLst>
      <p:ext uri="{BB962C8B-B14F-4D97-AF65-F5344CB8AC3E}">
        <p14:creationId xmlns:p14="http://schemas.microsoft.com/office/powerpoint/2010/main" val="896945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16</a:t>
            </a:fld>
            <a:endParaRPr lang="tr-TR" dirty="0"/>
          </a:p>
        </p:txBody>
      </p:sp>
    </p:spTree>
    <p:extLst>
      <p:ext uri="{BB962C8B-B14F-4D97-AF65-F5344CB8AC3E}">
        <p14:creationId xmlns:p14="http://schemas.microsoft.com/office/powerpoint/2010/main" val="7156955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17</a:t>
            </a:fld>
            <a:endParaRPr lang="tr-TR" dirty="0"/>
          </a:p>
        </p:txBody>
      </p:sp>
    </p:spTree>
    <p:extLst>
      <p:ext uri="{BB962C8B-B14F-4D97-AF65-F5344CB8AC3E}">
        <p14:creationId xmlns:p14="http://schemas.microsoft.com/office/powerpoint/2010/main" val="30517810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18</a:t>
            </a:fld>
            <a:endParaRPr lang="tr-TR" dirty="0"/>
          </a:p>
        </p:txBody>
      </p:sp>
    </p:spTree>
    <p:extLst>
      <p:ext uri="{BB962C8B-B14F-4D97-AF65-F5344CB8AC3E}">
        <p14:creationId xmlns:p14="http://schemas.microsoft.com/office/powerpoint/2010/main" val="32653165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19</a:t>
            </a:fld>
            <a:endParaRPr lang="tr-TR" dirty="0"/>
          </a:p>
        </p:txBody>
      </p:sp>
    </p:spTree>
    <p:extLst>
      <p:ext uri="{BB962C8B-B14F-4D97-AF65-F5344CB8AC3E}">
        <p14:creationId xmlns:p14="http://schemas.microsoft.com/office/powerpoint/2010/main" val="11169746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20</a:t>
            </a:fld>
            <a:endParaRPr lang="tr-TR" dirty="0"/>
          </a:p>
        </p:txBody>
      </p:sp>
    </p:spTree>
    <p:extLst>
      <p:ext uri="{BB962C8B-B14F-4D97-AF65-F5344CB8AC3E}">
        <p14:creationId xmlns:p14="http://schemas.microsoft.com/office/powerpoint/2010/main" val="10614417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21</a:t>
            </a:fld>
            <a:endParaRPr lang="tr-TR" dirty="0"/>
          </a:p>
        </p:txBody>
      </p:sp>
    </p:spTree>
    <p:extLst>
      <p:ext uri="{BB962C8B-B14F-4D97-AF65-F5344CB8AC3E}">
        <p14:creationId xmlns:p14="http://schemas.microsoft.com/office/powerpoint/2010/main" val="33105005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22</a:t>
            </a:fld>
            <a:endParaRPr lang="tr-TR" dirty="0"/>
          </a:p>
        </p:txBody>
      </p:sp>
    </p:spTree>
    <p:extLst>
      <p:ext uri="{BB962C8B-B14F-4D97-AF65-F5344CB8AC3E}">
        <p14:creationId xmlns:p14="http://schemas.microsoft.com/office/powerpoint/2010/main" val="3420077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23</a:t>
            </a:fld>
            <a:endParaRPr lang="tr-TR" dirty="0"/>
          </a:p>
        </p:txBody>
      </p:sp>
    </p:spTree>
    <p:extLst>
      <p:ext uri="{BB962C8B-B14F-4D97-AF65-F5344CB8AC3E}">
        <p14:creationId xmlns:p14="http://schemas.microsoft.com/office/powerpoint/2010/main" val="11448218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24</a:t>
            </a:fld>
            <a:endParaRPr lang="tr-TR" dirty="0"/>
          </a:p>
        </p:txBody>
      </p:sp>
    </p:spTree>
    <p:extLst>
      <p:ext uri="{BB962C8B-B14F-4D97-AF65-F5344CB8AC3E}">
        <p14:creationId xmlns:p14="http://schemas.microsoft.com/office/powerpoint/2010/main" val="10971105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25</a:t>
            </a:fld>
            <a:endParaRPr lang="tr-TR" dirty="0"/>
          </a:p>
        </p:txBody>
      </p:sp>
    </p:spTree>
    <p:extLst>
      <p:ext uri="{BB962C8B-B14F-4D97-AF65-F5344CB8AC3E}">
        <p14:creationId xmlns:p14="http://schemas.microsoft.com/office/powerpoint/2010/main" val="8978139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26</a:t>
            </a:fld>
            <a:endParaRPr lang="tr-TR" dirty="0"/>
          </a:p>
        </p:txBody>
      </p:sp>
    </p:spTree>
    <p:extLst>
      <p:ext uri="{BB962C8B-B14F-4D97-AF65-F5344CB8AC3E}">
        <p14:creationId xmlns:p14="http://schemas.microsoft.com/office/powerpoint/2010/main" val="9403521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27</a:t>
            </a:fld>
            <a:endParaRPr lang="tr-TR" dirty="0"/>
          </a:p>
        </p:txBody>
      </p:sp>
    </p:spTree>
    <p:extLst>
      <p:ext uri="{BB962C8B-B14F-4D97-AF65-F5344CB8AC3E}">
        <p14:creationId xmlns:p14="http://schemas.microsoft.com/office/powerpoint/2010/main" val="181781572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28</a:t>
            </a:fld>
            <a:endParaRPr lang="tr-TR" dirty="0"/>
          </a:p>
        </p:txBody>
      </p:sp>
    </p:spTree>
    <p:extLst>
      <p:ext uri="{BB962C8B-B14F-4D97-AF65-F5344CB8AC3E}">
        <p14:creationId xmlns:p14="http://schemas.microsoft.com/office/powerpoint/2010/main" val="41670563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29</a:t>
            </a:fld>
            <a:endParaRPr lang="tr-TR" dirty="0"/>
          </a:p>
        </p:txBody>
      </p:sp>
    </p:spTree>
    <p:extLst>
      <p:ext uri="{BB962C8B-B14F-4D97-AF65-F5344CB8AC3E}">
        <p14:creationId xmlns:p14="http://schemas.microsoft.com/office/powerpoint/2010/main" val="48092880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30</a:t>
            </a:fld>
            <a:endParaRPr lang="tr-TR" dirty="0"/>
          </a:p>
        </p:txBody>
      </p:sp>
    </p:spTree>
    <p:extLst>
      <p:ext uri="{BB962C8B-B14F-4D97-AF65-F5344CB8AC3E}">
        <p14:creationId xmlns:p14="http://schemas.microsoft.com/office/powerpoint/2010/main" val="16460114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31</a:t>
            </a:fld>
            <a:endParaRPr lang="tr-TR" dirty="0"/>
          </a:p>
        </p:txBody>
      </p:sp>
    </p:spTree>
    <p:extLst>
      <p:ext uri="{BB962C8B-B14F-4D97-AF65-F5344CB8AC3E}">
        <p14:creationId xmlns:p14="http://schemas.microsoft.com/office/powerpoint/2010/main" val="35788396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32</a:t>
            </a:fld>
            <a:endParaRPr lang="tr-TR" dirty="0"/>
          </a:p>
        </p:txBody>
      </p:sp>
    </p:spTree>
    <p:extLst>
      <p:ext uri="{BB962C8B-B14F-4D97-AF65-F5344CB8AC3E}">
        <p14:creationId xmlns:p14="http://schemas.microsoft.com/office/powerpoint/2010/main" val="39321221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33</a:t>
            </a:fld>
            <a:endParaRPr lang="tr-TR" dirty="0"/>
          </a:p>
        </p:txBody>
      </p:sp>
    </p:spTree>
    <p:extLst>
      <p:ext uri="{BB962C8B-B14F-4D97-AF65-F5344CB8AC3E}">
        <p14:creationId xmlns:p14="http://schemas.microsoft.com/office/powerpoint/2010/main" val="41909965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34</a:t>
            </a:fld>
            <a:endParaRPr lang="tr-TR" dirty="0"/>
          </a:p>
        </p:txBody>
      </p:sp>
    </p:spTree>
    <p:extLst>
      <p:ext uri="{BB962C8B-B14F-4D97-AF65-F5344CB8AC3E}">
        <p14:creationId xmlns:p14="http://schemas.microsoft.com/office/powerpoint/2010/main" val="116533233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35</a:t>
            </a:fld>
            <a:endParaRPr lang="tr-TR" dirty="0"/>
          </a:p>
        </p:txBody>
      </p:sp>
    </p:spTree>
    <p:extLst>
      <p:ext uri="{BB962C8B-B14F-4D97-AF65-F5344CB8AC3E}">
        <p14:creationId xmlns:p14="http://schemas.microsoft.com/office/powerpoint/2010/main" val="19530775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36</a:t>
            </a:fld>
            <a:endParaRPr lang="tr-TR" dirty="0"/>
          </a:p>
        </p:txBody>
      </p:sp>
    </p:spTree>
    <p:extLst>
      <p:ext uri="{BB962C8B-B14F-4D97-AF65-F5344CB8AC3E}">
        <p14:creationId xmlns:p14="http://schemas.microsoft.com/office/powerpoint/2010/main" val="314210092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Görüntüsü Yer Tutucusu 1"/>
          <p:cNvSpPr>
            <a:spLocks noGrp="1" noRot="1" noChangeAspect="1"/>
          </p:cNvSpPr>
          <p:nvPr>
            <p:ph type="sldImg"/>
          </p:nvPr>
        </p:nvSpPr>
        <p:spPr/>
      </p:sp>
      <p:sp>
        <p:nvSpPr>
          <p:cNvPr id="3" name="Notlar Yer Tutucusu 2"/>
          <p:cNvSpPr>
            <a:spLocks noGrp="1"/>
          </p:cNvSpPr>
          <p:nvPr>
            <p:ph type="body" idx="1"/>
          </p:nvPr>
        </p:nvSpPr>
        <p:spPr/>
        <p:txBody>
          <a:bodyPr rtlCol="0"/>
          <a:lstStyle/>
          <a:p>
            <a:pPr marL="171450" indent="-171450" rtl="0">
              <a:buFont typeface="Arial" panose="020B0604020202020204" pitchFamily="34" charset="0"/>
              <a:buChar char="•"/>
            </a:pPr>
            <a:r>
              <a:rPr lang="tr-TR" dirty="0"/>
              <a:t>Sununun izleyicilere sağlayacağı faydalar: Yetişkin kişiler, konunun onlar için neden önem taşıdığını bildiklerinde konuya daha fazla ilgi gösterir.</a:t>
            </a:r>
          </a:p>
          <a:p>
            <a:pPr marL="171450" indent="-171450" rtl="0">
              <a:buFont typeface="Arial" panose="020B0604020202020204" pitchFamily="34" charset="0"/>
              <a:buChar char="•"/>
            </a:pPr>
            <a:r>
              <a:rPr lang="tr-TR" dirty="0"/>
              <a:t>Sunucunun konuya dair uzmanlık düzeyi: Bu alandaki yeterliliğinizi kısaca açıklayın veya katılımcıların neden sizi dinlemesi gerektiğini ifade edin.</a:t>
            </a:r>
          </a:p>
        </p:txBody>
      </p:sp>
      <p:sp>
        <p:nvSpPr>
          <p:cNvPr id="4" name="Slayt Numarası Yer Tutucusu 3"/>
          <p:cNvSpPr>
            <a:spLocks noGrp="1"/>
          </p:cNvSpPr>
          <p:nvPr>
            <p:ph type="sldNum" sz="quarter" idx="10"/>
          </p:nvPr>
        </p:nvSpPr>
        <p:spPr/>
        <p:txBody>
          <a:bodyPr rtlCol="0"/>
          <a:lstStyle/>
          <a:p>
            <a:pPr rtl="0"/>
            <a:fld id="{CF2FD335-6D8E-486A-8F5F-DFC7325903FF}" type="slidenum">
              <a:rPr lang="tr-TR" smtClean="0"/>
              <a:t>37</a:t>
            </a:fld>
            <a:endParaRPr lang="tr-TR" dirty="0"/>
          </a:p>
        </p:txBody>
      </p:sp>
    </p:spTree>
    <p:extLst>
      <p:ext uri="{BB962C8B-B14F-4D97-AF65-F5344CB8AC3E}">
        <p14:creationId xmlns:p14="http://schemas.microsoft.com/office/powerpoint/2010/main" val="26338175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Başlık Slaydı">
    <p:spTree>
      <p:nvGrpSpPr>
        <p:cNvPr id="1" name=""/>
        <p:cNvGrpSpPr/>
        <p:nvPr/>
      </p:nvGrpSpPr>
      <p:grpSpPr>
        <a:xfrm>
          <a:off x="0" y="0"/>
          <a:ext cx="0" cy="0"/>
          <a:chOff x="0" y="0"/>
          <a:chExt cx="0" cy="0"/>
        </a:xfrm>
      </p:grpSpPr>
      <p:sp>
        <p:nvSpPr>
          <p:cNvPr id="19" name="Dikdörtgen 18"/>
          <p:cNvSpPr/>
          <p:nvPr/>
        </p:nvSpPr>
        <p:spPr>
          <a:xfrm>
            <a:off x="0" y="0"/>
            <a:ext cx="12192000" cy="3701700"/>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3" name="Dikdörtgen 22"/>
          <p:cNvSpPr/>
          <p:nvPr/>
        </p:nvSpPr>
        <p:spPr>
          <a:xfrm flipV="1">
            <a:off x="7213577" y="3810001"/>
            <a:ext cx="4978425"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4" name="Dikdörtgen 23"/>
          <p:cNvSpPr/>
          <p:nvPr/>
        </p:nvSpPr>
        <p:spPr>
          <a:xfrm flipV="1">
            <a:off x="7213601" y="3897010"/>
            <a:ext cx="4978401" cy="192024"/>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5" name="Dikdörtgen 24"/>
          <p:cNvSpPr/>
          <p:nvPr/>
        </p:nvSpPr>
        <p:spPr>
          <a:xfrm flipV="1">
            <a:off x="7213601" y="4115167"/>
            <a:ext cx="4978401"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6" name="Dikdörtgen 25"/>
          <p:cNvSpPr/>
          <p:nvPr/>
        </p:nvSpPr>
        <p:spPr>
          <a:xfrm flipV="1">
            <a:off x="7213600" y="4164403"/>
            <a:ext cx="2621280" cy="1828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7" name="Dikdörtgen 26"/>
          <p:cNvSpPr/>
          <p:nvPr/>
        </p:nvSpPr>
        <p:spPr>
          <a:xfrm flipV="1">
            <a:off x="7213600" y="4199572"/>
            <a:ext cx="2621280" cy="9144"/>
          </a:xfrm>
          <a:prstGeom prst="rect">
            <a:avLst/>
          </a:prstGeom>
          <a:solidFill>
            <a:schemeClr val="accent2">
              <a:alpha val="6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0" name="Yuvarlatılmış Dikdörtgen 29"/>
          <p:cNvSpPr/>
          <p:nvPr/>
        </p:nvSpPr>
        <p:spPr bwMode="white">
          <a:xfrm>
            <a:off x="7213600" y="3962400"/>
            <a:ext cx="408432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1" name="Yuvarlatılmış Dikdörtgen 30"/>
          <p:cNvSpPr/>
          <p:nvPr/>
        </p:nvSpPr>
        <p:spPr bwMode="white">
          <a:xfrm>
            <a:off x="9835343" y="4060983"/>
            <a:ext cx="21336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7" name="Dikdörtgen 6"/>
          <p:cNvSpPr/>
          <p:nvPr/>
        </p:nvSpPr>
        <p:spPr>
          <a:xfrm>
            <a:off x="1" y="3649662"/>
            <a:ext cx="12192000" cy="244170"/>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10" name="Dikdörtgen 9"/>
          <p:cNvSpPr/>
          <p:nvPr/>
        </p:nvSpPr>
        <p:spPr>
          <a:xfrm>
            <a:off x="1" y="3675528"/>
            <a:ext cx="12192001" cy="14067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11" name="Dikdörtgen 10"/>
          <p:cNvSpPr/>
          <p:nvPr/>
        </p:nvSpPr>
        <p:spPr>
          <a:xfrm flipV="1">
            <a:off x="8552068" y="3643090"/>
            <a:ext cx="3639933" cy="248432"/>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8" name="Başlık 7"/>
          <p:cNvSpPr>
            <a:spLocks noGrp="1"/>
          </p:cNvSpPr>
          <p:nvPr>
            <p:ph type="ctrTitle"/>
          </p:nvPr>
        </p:nvSpPr>
        <p:spPr>
          <a:xfrm>
            <a:off x="609600" y="2389009"/>
            <a:ext cx="11277600" cy="1470025"/>
          </a:xfrm>
        </p:spPr>
        <p:txBody>
          <a:bodyPr rtlCol="0" anchor="b"/>
          <a:lstStyle>
            <a:lvl1pPr>
              <a:defRPr sz="4400">
                <a:solidFill>
                  <a:schemeClr val="bg1"/>
                </a:solidFill>
              </a:defRPr>
            </a:lvl1pPr>
          </a:lstStyle>
          <a:p>
            <a:pPr rtl="0"/>
            <a:r>
              <a:rPr lang="tr-TR" noProof="0" smtClean="0"/>
              <a:t>Asıl başlık stili için tıklatın</a:t>
            </a:r>
            <a:endParaRPr lang="tr-TR" noProof="0" dirty="0"/>
          </a:p>
        </p:txBody>
      </p:sp>
      <p:sp>
        <p:nvSpPr>
          <p:cNvPr id="9" name="Alt Başlık 8"/>
          <p:cNvSpPr>
            <a:spLocks noGrp="1"/>
          </p:cNvSpPr>
          <p:nvPr>
            <p:ph type="subTitle" idx="1"/>
          </p:nvPr>
        </p:nvSpPr>
        <p:spPr>
          <a:xfrm>
            <a:off x="609600" y="3899938"/>
            <a:ext cx="6604000" cy="1752600"/>
          </a:xfrm>
        </p:spPr>
        <p:txBody>
          <a:bodyPr rtlCol="0"/>
          <a:lstStyle>
            <a:lvl1pPr marL="64008" indent="0" algn="l">
              <a:buNone/>
              <a:defRPr sz="24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pPr rtl="0"/>
            <a:r>
              <a:rPr lang="tr-TR" noProof="0" smtClean="0"/>
              <a:t>Asıl alt başlık stilini düzenlemek için tıklayın</a:t>
            </a:r>
            <a:endParaRPr lang="tr-TR" noProof="0" dirty="0"/>
          </a:p>
        </p:txBody>
      </p:sp>
      <p:sp>
        <p:nvSpPr>
          <p:cNvPr id="17" name="Alt Bilgi Yer Tutucusu 16"/>
          <p:cNvSpPr>
            <a:spLocks noGrp="1"/>
          </p:cNvSpPr>
          <p:nvPr>
            <p:ph type="ftr" sz="quarter" idx="11"/>
          </p:nvPr>
        </p:nvSpPr>
        <p:spPr>
          <a:xfrm>
            <a:off x="7265116" y="4205288"/>
            <a:ext cx="1727200" cy="457200"/>
          </a:xfrm>
        </p:spPr>
        <p:txBody>
          <a:bodyPr rtlCol="0"/>
          <a:lstStyle>
            <a:lvl1pPr>
              <a:defRPr>
                <a:solidFill>
                  <a:schemeClr val="accent2">
                    <a:lumMod val="75000"/>
                  </a:schemeClr>
                </a:solidFill>
              </a:defRPr>
            </a:lvl1pPr>
          </a:lstStyle>
          <a:p>
            <a:pPr rtl="0"/>
            <a:r>
              <a:rPr lang="tr-TR" noProof="0" dirty="0"/>
              <a:t>Alt bilgi ekleme</a:t>
            </a:r>
          </a:p>
        </p:txBody>
      </p:sp>
      <p:sp>
        <p:nvSpPr>
          <p:cNvPr id="28" name="Tarih Yer Tutucusu 27"/>
          <p:cNvSpPr>
            <a:spLocks noGrp="1"/>
          </p:cNvSpPr>
          <p:nvPr>
            <p:ph type="dt" sz="half" idx="10"/>
          </p:nvPr>
        </p:nvSpPr>
        <p:spPr>
          <a:xfrm>
            <a:off x="9043832" y="4206240"/>
            <a:ext cx="1280160" cy="457200"/>
          </a:xfrm>
        </p:spPr>
        <p:txBody>
          <a:bodyPr rtlCol="0"/>
          <a:lstStyle>
            <a:lvl1pPr>
              <a:defRPr>
                <a:solidFill>
                  <a:schemeClr val="accent2">
                    <a:lumMod val="75000"/>
                  </a:schemeClr>
                </a:solidFill>
              </a:defRPr>
            </a:lvl1pPr>
          </a:lstStyle>
          <a:p>
            <a:fld id="{E8609038-EC1C-40A6-91EB-4A3D73CE9547}" type="datetime1">
              <a:rPr lang="tr-TR" smtClean="0"/>
              <a:pPr/>
              <a:t>21.09.2024</a:t>
            </a:fld>
            <a:endParaRPr lang="tr-TR" dirty="0"/>
          </a:p>
        </p:txBody>
      </p:sp>
      <p:sp>
        <p:nvSpPr>
          <p:cNvPr id="29" name="Slayt Numarası Yer Tutucusu 28"/>
          <p:cNvSpPr>
            <a:spLocks noGrp="1"/>
          </p:cNvSpPr>
          <p:nvPr>
            <p:ph type="sldNum" sz="quarter" idx="12"/>
          </p:nvPr>
        </p:nvSpPr>
        <p:spPr>
          <a:xfrm>
            <a:off x="11093451" y="1136"/>
            <a:ext cx="996949" cy="365760"/>
          </a:xfrm>
        </p:spPr>
        <p:txBody>
          <a:bodyPr rtlCol="0"/>
          <a:lstStyle>
            <a:lvl1pPr algn="r">
              <a:defRPr sz="1800">
                <a:solidFill>
                  <a:schemeClr val="bg1"/>
                </a:solidFill>
              </a:defRPr>
            </a:lvl1pPr>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60115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İçerik Yer Tutucusu 2"/>
          <p:cNvSpPr>
            <a:spLocks noGrp="1"/>
          </p:cNvSpPr>
          <p:nvPr>
            <p:ph idx="1"/>
          </p:nvPr>
        </p:nvSpPr>
        <p:spPr/>
        <p:txBody>
          <a:bodyPr rtlCol="0"/>
          <a:lstStyle>
            <a:lvl1pPr>
              <a:defRPr/>
            </a:lvl1pPr>
            <a:lvl5pPr>
              <a:defRPr/>
            </a:lvl5pPr>
            <a:lvl6pPr>
              <a:defRPr/>
            </a:lvl6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46610F96-FFD0-4BC1-86F0-D957A2A4B8C7}" type="datetime1">
              <a:rPr lang="tr-TR" smtClean="0"/>
              <a:pPr/>
              <a:t>21.09.2024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5943031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p:cNvSpPr>
            <a:spLocks noGrp="1"/>
          </p:cNvSpPr>
          <p:nvPr>
            <p:ph type="title"/>
          </p:nvPr>
        </p:nvSpPr>
        <p:spPr>
          <a:xfrm>
            <a:off x="963084" y="1968322"/>
            <a:ext cx="10363200" cy="1362075"/>
          </a:xfrm>
        </p:spPr>
        <p:txBody>
          <a:bodyPr rtlCol="0" anchor="b">
            <a:noAutofit/>
          </a:bodyPr>
          <a:lstStyle>
            <a:lvl1pPr algn="l">
              <a:buNone/>
              <a:defRPr sz="4300" b="1" cap="none" baseline="0">
                <a:ln w="12700">
                  <a:solidFill>
                    <a:schemeClr val="accent2">
                      <a:shade val="90000"/>
                      <a:satMod val="150000"/>
                    </a:schemeClr>
                  </a:solidFill>
                </a:ln>
                <a:solidFill>
                  <a:schemeClr val="accent2"/>
                </a:solidFill>
                <a:effectLst/>
              </a:defRPr>
            </a:lvl1pPr>
          </a:lstStyle>
          <a:p>
            <a:pPr rtl="0"/>
            <a:r>
              <a:rPr lang="tr-TR" noProof="0" smtClean="0"/>
              <a:t>Asıl başlık stili için tıklatın</a:t>
            </a:r>
            <a:endParaRPr kumimoji="0" lang="tr-TR" noProof="0" dirty="0"/>
          </a:p>
        </p:txBody>
      </p:sp>
      <p:sp>
        <p:nvSpPr>
          <p:cNvPr id="3" name="Metin Yer Tutucusu 2"/>
          <p:cNvSpPr>
            <a:spLocks noGrp="1"/>
          </p:cNvSpPr>
          <p:nvPr>
            <p:ph type="body" idx="1"/>
          </p:nvPr>
        </p:nvSpPr>
        <p:spPr>
          <a:xfrm>
            <a:off x="963084" y="3367088"/>
            <a:ext cx="10363200" cy="1509712"/>
          </a:xfrm>
        </p:spPr>
        <p:txBody>
          <a:bodyPr rtlCol="0" anchor="t"/>
          <a:lstStyle>
            <a:lvl1pPr marL="45720" indent="0">
              <a:buNone/>
              <a:defRPr sz="2100" b="0">
                <a:solidFill>
                  <a:schemeClr val="tx2"/>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rtl="0" eaLnBrk="1" latinLnBrk="0" hangingPunct="1"/>
            <a:r>
              <a:rPr lang="tr-TR" noProof="0" smtClean="0"/>
              <a:t>Asıl metin stillerini düzenle</a:t>
            </a:r>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FF56EF26-BBDF-4885-BB66-53FDFCADA69E}" type="datetime1">
              <a:rPr lang="tr-TR" smtClean="0"/>
              <a:pPr/>
              <a:t>21.09.2024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705127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İçerik Yer Tutucusu 2"/>
          <p:cNvSpPr>
            <a:spLocks noGrp="1"/>
          </p:cNvSpPr>
          <p:nvPr>
            <p:ph sz="half" idx="1"/>
          </p:nvPr>
        </p:nvSpPr>
        <p:spPr>
          <a:xfrm>
            <a:off x="609600" y="2249425"/>
            <a:ext cx="5384800" cy="4341875"/>
          </a:xfrm>
        </p:spPr>
        <p:txBody>
          <a:bodyPr rtlCol="0"/>
          <a:lstStyle>
            <a:lvl1pPr>
              <a:defRPr sz="2000"/>
            </a:lvl1pPr>
            <a:lvl2pPr>
              <a:defRPr sz="1900"/>
            </a:lvl2pPr>
            <a:lvl3pPr>
              <a:defRPr sz="1800"/>
            </a:lvl3pPr>
            <a:lvl4pPr>
              <a:defRPr sz="1800"/>
            </a:lvl4pPr>
            <a:lvl5pPr>
              <a:defRPr sz="18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4" name="İçerik Yer Tutucusu 3"/>
          <p:cNvSpPr>
            <a:spLocks noGrp="1"/>
          </p:cNvSpPr>
          <p:nvPr>
            <p:ph sz="half" idx="2"/>
          </p:nvPr>
        </p:nvSpPr>
        <p:spPr>
          <a:xfrm>
            <a:off x="6197600" y="2249425"/>
            <a:ext cx="5384800" cy="4341875"/>
          </a:xfrm>
        </p:spPr>
        <p:txBody>
          <a:bodyPr rtlCol="0"/>
          <a:lstStyle>
            <a:lvl1pPr>
              <a:defRPr sz="2000"/>
            </a:lvl1pPr>
            <a:lvl2pPr>
              <a:defRPr sz="1900"/>
            </a:lvl2pPr>
            <a:lvl3pPr>
              <a:defRPr sz="1800"/>
            </a:lvl3pPr>
            <a:lvl4pPr>
              <a:defRPr sz="1800"/>
            </a:lvl4pPr>
            <a:lvl5pPr>
              <a:defRPr sz="18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A84B813B-74D5-4B4F-94CB-6CD8395E9845}" type="datetime1">
              <a:rPr lang="tr-TR" smtClean="0"/>
              <a:pPr/>
              <a:t>21.09.2024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446445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mod="1">
    <p:ext uri="{DCECCB84-F9BA-43D5-87BE-67443E8EF086}">
      <p15:sldGuideLst xmlns:p15="http://schemas.microsoft.com/office/powerpoint/2012/main">
        <p15:guide id="0" orient="horz" pos="2160" userDrawn="1">
          <p15:clr>
            <a:srgbClr val="FBAE40"/>
          </p15:clr>
        </p15:guide>
        <p15:guide id="1"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p:cNvSpPr>
            <a:spLocks noGrp="1"/>
          </p:cNvSpPr>
          <p:nvPr>
            <p:ph type="title"/>
          </p:nvPr>
        </p:nvSpPr>
        <p:spPr>
          <a:xfrm>
            <a:off x="508000" y="1143000"/>
            <a:ext cx="11176000" cy="1069848"/>
          </a:xfrm>
        </p:spPr>
        <p:txBody>
          <a:bodyPr rtlCol="0" anchor="ctr"/>
          <a:lstStyle>
            <a:lvl1pPr>
              <a:defRPr sz="4000" b="0" i="0" cap="none" baseline="0"/>
            </a:lvl1pPr>
          </a:lstStyle>
          <a:p>
            <a:pPr rtl="0"/>
            <a:r>
              <a:rPr lang="tr-TR" noProof="0" smtClean="0"/>
              <a:t>Asıl başlık stili için tıklatın</a:t>
            </a:r>
            <a:endParaRPr lang="tr-TR" noProof="0" dirty="0"/>
          </a:p>
        </p:txBody>
      </p:sp>
      <p:sp>
        <p:nvSpPr>
          <p:cNvPr id="3" name="Metin Yer Tutucusu 2"/>
          <p:cNvSpPr>
            <a:spLocks noGrp="1"/>
          </p:cNvSpPr>
          <p:nvPr>
            <p:ph type="body" idx="1"/>
          </p:nvPr>
        </p:nvSpPr>
        <p:spPr>
          <a:xfrm>
            <a:off x="508000" y="2244970"/>
            <a:ext cx="5388864" cy="457200"/>
          </a:xfrm>
          <a:solidFill>
            <a:schemeClr val="accent2">
              <a:lumMod val="60000"/>
              <a:lumOff val="40000"/>
              <a:alpha val="25000"/>
            </a:schemeClr>
          </a:solidFill>
          <a:ln w="12700">
            <a:solidFill>
              <a:schemeClr val="accent2"/>
            </a:solidFill>
          </a:ln>
        </p:spPr>
        <p:txBody>
          <a:bodyPr rtlCol="0"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rtl="0" eaLnBrk="1" latinLnBrk="0" hangingPunct="1"/>
            <a:r>
              <a:rPr lang="tr-TR" noProof="0" smtClean="0"/>
              <a:t>Asıl metin stillerini düzenle</a:t>
            </a:r>
          </a:p>
        </p:txBody>
      </p:sp>
      <p:sp>
        <p:nvSpPr>
          <p:cNvPr id="5" name="İçerik Yer Tutucusu 4"/>
          <p:cNvSpPr>
            <a:spLocks noGrp="1"/>
          </p:cNvSpPr>
          <p:nvPr>
            <p:ph sz="quarter" idx="2"/>
          </p:nvPr>
        </p:nvSpPr>
        <p:spPr>
          <a:xfrm>
            <a:off x="508000" y="2708519"/>
            <a:ext cx="5388864" cy="3886200"/>
          </a:xfrm>
        </p:spPr>
        <p:txBody>
          <a:bodyPr rtlCol="0"/>
          <a:lstStyle>
            <a:lvl1pPr>
              <a:defRPr sz="2000"/>
            </a:lvl1pPr>
            <a:lvl2pPr>
              <a:defRPr sz="2000"/>
            </a:lvl2pPr>
            <a:lvl3pPr>
              <a:defRPr sz="1800"/>
            </a:lvl3pPr>
            <a:lvl4pPr>
              <a:defRPr sz="1600"/>
            </a:lvl4pPr>
            <a:lvl5pPr>
              <a:defRPr sz="16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4" name="Metin Yer Tutucusu 3"/>
          <p:cNvSpPr>
            <a:spLocks noGrp="1"/>
          </p:cNvSpPr>
          <p:nvPr>
            <p:ph type="body" sz="half" idx="3"/>
          </p:nvPr>
        </p:nvSpPr>
        <p:spPr>
          <a:xfrm>
            <a:off x="6294968" y="2244970"/>
            <a:ext cx="5389033" cy="457200"/>
          </a:xfrm>
          <a:solidFill>
            <a:schemeClr val="accent2">
              <a:lumMod val="60000"/>
              <a:lumOff val="40000"/>
              <a:alpha val="25000"/>
            </a:schemeClr>
          </a:solidFill>
          <a:ln w="12700">
            <a:solidFill>
              <a:schemeClr val="accent2"/>
            </a:solidFill>
          </a:ln>
        </p:spPr>
        <p:txBody>
          <a:bodyPr rtlCol="0" anchor="ctr">
            <a:noAutofit/>
          </a:bodyPr>
          <a:lstStyle>
            <a:lvl1pPr marL="45720" indent="0">
              <a:buNone/>
              <a:defRPr sz="1900" b="1">
                <a:solidFill>
                  <a:schemeClr val="tx1">
                    <a:tint val="95000"/>
                  </a:schemeClr>
                </a:solidFill>
              </a:defRPr>
            </a:lvl1pPr>
            <a:lvl2pPr>
              <a:buNone/>
              <a:defRPr sz="2000" b="1"/>
            </a:lvl2pPr>
            <a:lvl3pPr>
              <a:buNone/>
              <a:defRPr sz="1800" b="1"/>
            </a:lvl3pPr>
            <a:lvl4pPr>
              <a:buNone/>
              <a:defRPr sz="1600" b="1"/>
            </a:lvl4pPr>
            <a:lvl5pPr>
              <a:buNone/>
              <a:defRPr sz="1600" b="1"/>
            </a:lvl5pPr>
          </a:lstStyle>
          <a:p>
            <a:pPr lvl="0" rtl="0" eaLnBrk="1" latinLnBrk="0" hangingPunct="1"/>
            <a:r>
              <a:rPr lang="tr-TR" noProof="0" smtClean="0"/>
              <a:t>Asıl metin stillerini düzenle</a:t>
            </a:r>
          </a:p>
        </p:txBody>
      </p:sp>
      <p:sp>
        <p:nvSpPr>
          <p:cNvPr id="6" name="İçerik Yer Tutucusu 5"/>
          <p:cNvSpPr>
            <a:spLocks noGrp="1"/>
          </p:cNvSpPr>
          <p:nvPr>
            <p:ph sz="quarter" idx="4"/>
          </p:nvPr>
        </p:nvSpPr>
        <p:spPr>
          <a:xfrm>
            <a:off x="6291073" y="2708519"/>
            <a:ext cx="5389033" cy="3886200"/>
          </a:xfrm>
        </p:spPr>
        <p:txBody>
          <a:bodyPr rtlCol="0"/>
          <a:lstStyle>
            <a:lvl1pPr>
              <a:defRPr sz="2000"/>
            </a:lvl1pPr>
            <a:lvl2pPr>
              <a:defRPr sz="2000"/>
            </a:lvl2pPr>
            <a:lvl3pPr>
              <a:defRPr sz="1800"/>
            </a:lvl3pPr>
            <a:lvl4pPr>
              <a:defRPr sz="1600"/>
            </a:lvl4pPr>
            <a:lvl5pPr>
              <a:defRPr sz="16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28" name="Alt Bilgi Yer Tutucusu 27"/>
          <p:cNvSpPr>
            <a:spLocks noGrp="1"/>
          </p:cNvSpPr>
          <p:nvPr>
            <p:ph type="ftr" sz="quarter" idx="12"/>
          </p:nvPr>
        </p:nvSpPr>
        <p:spPr/>
        <p:txBody>
          <a:bodyPr rtlCol="0"/>
          <a:lstStyle/>
          <a:p>
            <a:pPr rtl="0"/>
            <a:r>
              <a:rPr lang="tr-TR" noProof="0" dirty="0"/>
              <a:t>Alt bilgi ekleme</a:t>
            </a:r>
          </a:p>
        </p:txBody>
      </p:sp>
      <p:sp>
        <p:nvSpPr>
          <p:cNvPr id="26" name="Tarih Yer Tutucusu 25"/>
          <p:cNvSpPr>
            <a:spLocks noGrp="1"/>
          </p:cNvSpPr>
          <p:nvPr>
            <p:ph type="dt" sz="half" idx="10"/>
          </p:nvPr>
        </p:nvSpPr>
        <p:spPr/>
        <p:txBody>
          <a:bodyPr rtlCol="0"/>
          <a:lstStyle>
            <a:lvl1pPr>
              <a:defRPr/>
            </a:lvl1pPr>
          </a:lstStyle>
          <a:p>
            <a:fld id="{B72EC71D-25AD-4A7C-AB6C-E63D5EDA9366}" type="datetime1">
              <a:rPr lang="tr-TR" smtClean="0"/>
              <a:pPr/>
              <a:t>21.09.2024</a:t>
            </a:fld>
            <a:endParaRPr lang="tr-TR" dirty="0"/>
          </a:p>
        </p:txBody>
      </p:sp>
      <p:sp>
        <p:nvSpPr>
          <p:cNvPr id="27" name="Slayt Numarası Yer Tutucusu 26"/>
          <p:cNvSpPr>
            <a:spLocks noGrp="1"/>
          </p:cNvSpPr>
          <p:nvPr>
            <p:ph type="sldNum" sz="quarter" idx="11"/>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70716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p:cNvSpPr>
            <a:spLocks noGrp="1"/>
          </p:cNvSpPr>
          <p:nvPr>
            <p:ph type="title"/>
          </p:nvPr>
        </p:nvSpPr>
        <p:spPr>
          <a:xfrm>
            <a:off x="609600" y="1143000"/>
            <a:ext cx="10972800" cy="1069848"/>
          </a:xfrm>
        </p:spPr>
        <p:txBody>
          <a:bodyPr rtlCol="0" anchor="ctr"/>
          <a:lstStyle>
            <a:lvl1pPr>
              <a:defRPr sz="4000">
                <a:solidFill>
                  <a:schemeClr val="tx2"/>
                </a:solidFill>
              </a:defRPr>
            </a:lvl1pPr>
          </a:lstStyle>
          <a:p>
            <a:pPr rtl="0"/>
            <a:r>
              <a:rPr lang="tr-TR" noProof="0" smtClean="0"/>
              <a:t>Asıl başlık stili için tıklatın</a:t>
            </a:r>
            <a:endParaRPr lang="tr-TR" noProof="0" dirty="0"/>
          </a:p>
        </p:txBody>
      </p:sp>
      <p:sp>
        <p:nvSpPr>
          <p:cNvPr id="4" name="Alt Bilgi Yer Tutucusu 3"/>
          <p:cNvSpPr>
            <a:spLocks noGrp="1"/>
          </p:cNvSpPr>
          <p:nvPr>
            <p:ph type="ftr" sz="quarter" idx="11"/>
          </p:nvPr>
        </p:nvSpPr>
        <p:spPr>
          <a:xfrm>
            <a:off x="7010400" y="612648"/>
            <a:ext cx="1767840" cy="457200"/>
          </a:xfrm>
        </p:spPr>
        <p:txBody>
          <a:bodyPr rtlCol="0"/>
          <a:lstStyle/>
          <a:p>
            <a:pPr rtl="0"/>
            <a:r>
              <a:rPr lang="tr-TR" noProof="0" dirty="0"/>
              <a:t>Alt bilgi ekleme</a:t>
            </a:r>
          </a:p>
        </p:txBody>
      </p:sp>
      <p:sp>
        <p:nvSpPr>
          <p:cNvPr id="3" name="Tarih Yer Tutucusu 2"/>
          <p:cNvSpPr>
            <a:spLocks noGrp="1"/>
          </p:cNvSpPr>
          <p:nvPr>
            <p:ph type="dt" sz="half" idx="10"/>
          </p:nvPr>
        </p:nvSpPr>
        <p:spPr>
          <a:xfrm>
            <a:off x="8778240" y="612648"/>
            <a:ext cx="1276352" cy="457200"/>
          </a:xfrm>
        </p:spPr>
        <p:txBody>
          <a:bodyPr rtlCol="0"/>
          <a:lstStyle>
            <a:lvl1pPr>
              <a:defRPr/>
            </a:lvl1pPr>
          </a:lstStyle>
          <a:p>
            <a:fld id="{851036E3-487C-41B5-92E9-47E0F0B9591B}" type="datetime1">
              <a:rPr lang="tr-TR" smtClean="0"/>
              <a:pPr/>
              <a:t>21.09.2024</a:t>
            </a:fld>
            <a:endParaRPr lang="tr-TR" dirty="0"/>
          </a:p>
        </p:txBody>
      </p:sp>
      <p:sp>
        <p:nvSpPr>
          <p:cNvPr id="5" name="Slayt Numarası Yer Tutucusu 4"/>
          <p:cNvSpPr>
            <a:spLocks noGrp="1"/>
          </p:cNvSpPr>
          <p:nvPr>
            <p:ph type="sldNum" sz="quarter" idx="12"/>
          </p:nvPr>
        </p:nvSpPr>
        <p:spPr>
          <a:xfrm>
            <a:off x="10899648" y="2272"/>
            <a:ext cx="1016000" cy="365760"/>
          </a:xfrm>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821952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3" name="Alt Bilgi Yer Tutucusu 2"/>
          <p:cNvSpPr>
            <a:spLocks noGrp="1"/>
          </p:cNvSpPr>
          <p:nvPr>
            <p:ph type="ftr" sz="quarter" idx="11"/>
          </p:nvPr>
        </p:nvSpPr>
        <p:spPr/>
        <p:txBody>
          <a:bodyPr rtlCol="0"/>
          <a:lstStyle/>
          <a:p>
            <a:pPr rtl="0"/>
            <a:r>
              <a:rPr lang="tr-TR" noProof="0" dirty="0"/>
              <a:t>Alt bilgi ekleme</a:t>
            </a:r>
          </a:p>
        </p:txBody>
      </p:sp>
      <p:sp>
        <p:nvSpPr>
          <p:cNvPr id="2" name="Tarih Yer Tutucusu 1"/>
          <p:cNvSpPr>
            <a:spLocks noGrp="1"/>
          </p:cNvSpPr>
          <p:nvPr>
            <p:ph type="dt" sz="half" idx="10"/>
          </p:nvPr>
        </p:nvSpPr>
        <p:spPr/>
        <p:txBody>
          <a:bodyPr rtlCol="0"/>
          <a:lstStyle>
            <a:lvl1pPr>
              <a:defRPr/>
            </a:lvl1pPr>
          </a:lstStyle>
          <a:p>
            <a:fld id="{E7730CD3-31CA-47BB-8FC4-9AA93086A77D}" type="datetime1">
              <a:rPr lang="tr-TR" smtClean="0"/>
              <a:pPr/>
              <a:t>21.09.2024</a:t>
            </a:fld>
            <a:endParaRPr lang="tr-TR" dirty="0"/>
          </a:p>
        </p:txBody>
      </p:sp>
      <p:sp>
        <p:nvSpPr>
          <p:cNvPr id="4" name="Slayt Numarası Yer Tutucusu 3"/>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1135695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Resim Yazılı İçerik">
    <p:spTree>
      <p:nvGrpSpPr>
        <p:cNvPr id="1" name=""/>
        <p:cNvGrpSpPr/>
        <p:nvPr/>
      </p:nvGrpSpPr>
      <p:grpSpPr>
        <a:xfrm>
          <a:off x="0" y="0"/>
          <a:ext cx="0" cy="0"/>
          <a:chOff x="0" y="0"/>
          <a:chExt cx="0" cy="0"/>
        </a:xfrm>
      </p:grpSpPr>
      <p:sp>
        <p:nvSpPr>
          <p:cNvPr id="2" name="Başlık 1"/>
          <p:cNvSpPr>
            <a:spLocks noGrp="1"/>
          </p:cNvSpPr>
          <p:nvPr>
            <p:ph type="title" hasCustomPrompt="1"/>
          </p:nvPr>
        </p:nvSpPr>
        <p:spPr>
          <a:xfrm>
            <a:off x="7137995" y="1101970"/>
            <a:ext cx="4511040" cy="877824"/>
          </a:xfrm>
        </p:spPr>
        <p:txBody>
          <a:bodyPr rtlCol="0" anchor="b"/>
          <a:lstStyle>
            <a:lvl1pPr algn="l">
              <a:buNone/>
              <a:defRPr sz="1800" b="1"/>
            </a:lvl1pPr>
          </a:lstStyle>
          <a:p>
            <a:pPr rtl="0"/>
            <a:r>
              <a:rPr lang="tr-TR" noProof="0" dirty="0"/>
              <a:t>Asıl başlık stilini düzenle</a:t>
            </a:r>
          </a:p>
        </p:txBody>
      </p:sp>
      <p:sp>
        <p:nvSpPr>
          <p:cNvPr id="4" name="İçerik Yer Tutucusu 3"/>
          <p:cNvSpPr>
            <a:spLocks noGrp="1"/>
          </p:cNvSpPr>
          <p:nvPr>
            <p:ph sz="half" idx="1"/>
          </p:nvPr>
        </p:nvSpPr>
        <p:spPr>
          <a:xfrm>
            <a:off x="203200" y="776287"/>
            <a:ext cx="6803136" cy="5805083"/>
          </a:xfrm>
        </p:spPr>
        <p:txBody>
          <a:bodyPr rtlCol="0"/>
          <a:lstStyle>
            <a:lvl1pPr>
              <a:defRPr sz="3200"/>
            </a:lvl1pPr>
            <a:lvl2pPr>
              <a:defRPr sz="2800"/>
            </a:lvl2pPr>
            <a:lvl3pPr>
              <a:defRPr sz="2400"/>
            </a:lvl3pPr>
            <a:lvl4pPr>
              <a:defRPr sz="2000"/>
            </a:lvl4pPr>
            <a:lvl5pPr>
              <a:defRPr sz="2000"/>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3" name="Metin Yer Tutucusu 2"/>
          <p:cNvSpPr>
            <a:spLocks noGrp="1"/>
          </p:cNvSpPr>
          <p:nvPr>
            <p:ph type="body" idx="2"/>
          </p:nvPr>
        </p:nvSpPr>
        <p:spPr>
          <a:xfrm>
            <a:off x="7137995" y="2010727"/>
            <a:ext cx="4511040" cy="4580573"/>
          </a:xfrm>
        </p:spPr>
        <p:txBody>
          <a:bodyPr rtlCol="0"/>
          <a:lstStyle>
            <a:lvl1pPr marL="9144" indent="0">
              <a:buNone/>
              <a:defRPr sz="1400"/>
            </a:lvl1pPr>
            <a:lvl2pPr>
              <a:buNone/>
              <a:defRPr sz="1200"/>
            </a:lvl2pPr>
            <a:lvl3pPr>
              <a:buNone/>
              <a:defRPr sz="1000"/>
            </a:lvl3pPr>
            <a:lvl4pPr>
              <a:buNone/>
              <a:defRPr sz="900"/>
            </a:lvl4pPr>
            <a:lvl5pPr>
              <a:buNone/>
              <a:defRPr sz="900"/>
            </a:lvl5pPr>
          </a:lstStyle>
          <a:p>
            <a:pPr lvl="0" rtl="0" eaLnBrk="1" latinLnBrk="0" hangingPunct="1"/>
            <a:r>
              <a:rPr lang="tr-TR" noProof="0" smtClean="0"/>
              <a:t>Asıl metin stillerini düzenle</a:t>
            </a:r>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90C5B609-EC73-4CF8-A564-D90D0E54FA36}" type="datetime1">
              <a:rPr lang="tr-TR" smtClean="0"/>
              <a:pPr/>
              <a:t>21.09.2024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4986852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Resim Yazılı Resim">
    <p:spTree>
      <p:nvGrpSpPr>
        <p:cNvPr id="1" name=""/>
        <p:cNvGrpSpPr/>
        <p:nvPr/>
      </p:nvGrpSpPr>
      <p:grpSpPr>
        <a:xfrm>
          <a:off x="0" y="0"/>
          <a:ext cx="0" cy="0"/>
          <a:chOff x="0" y="0"/>
          <a:chExt cx="0" cy="0"/>
        </a:xfrm>
      </p:grpSpPr>
      <p:sp>
        <p:nvSpPr>
          <p:cNvPr id="2" name="Başlık 1"/>
          <p:cNvSpPr>
            <a:spLocks noGrp="1"/>
          </p:cNvSpPr>
          <p:nvPr>
            <p:ph type="title"/>
          </p:nvPr>
        </p:nvSpPr>
        <p:spPr>
          <a:xfrm>
            <a:off x="7253913" y="1109161"/>
            <a:ext cx="782404" cy="4681637"/>
          </a:xfrm>
        </p:spPr>
        <p:txBody>
          <a:bodyPr vert="vert270" lIns="45720" tIns="0" rIns="45720" rtlCol="0" anchor="t"/>
          <a:lstStyle>
            <a:lvl1pPr algn="ctr">
              <a:buNone/>
              <a:defRPr sz="2000" b="1"/>
            </a:lvl1pPr>
          </a:lstStyle>
          <a:p>
            <a:pPr rtl="0"/>
            <a:r>
              <a:rPr lang="tr-TR" noProof="0" smtClean="0"/>
              <a:t>Asıl başlık stili için tıklatın</a:t>
            </a:r>
            <a:endParaRPr lang="tr-TR" noProof="0" dirty="0"/>
          </a:p>
        </p:txBody>
      </p:sp>
      <p:sp>
        <p:nvSpPr>
          <p:cNvPr id="3" name="Resim Yer Tutucusu 2" descr="Resim eklemek için boş yer tutucu. Yer tutucuya tıklayın ve eklemek istediğiniz resmi seçin"/>
          <p:cNvSpPr>
            <a:spLocks noGrp="1"/>
          </p:cNvSpPr>
          <p:nvPr>
            <p:ph type="pic" idx="1"/>
          </p:nvPr>
        </p:nvSpPr>
        <p:spPr>
          <a:xfrm>
            <a:off x="538228" y="1143000"/>
            <a:ext cx="6096000" cy="4572000"/>
          </a:xfrm>
          <a:solidFill>
            <a:srgbClr val="EAEAEA"/>
          </a:solidFill>
          <a:ln w="50800">
            <a:solidFill>
              <a:srgbClr val="FFFFFF"/>
            </a:solidFill>
            <a:miter lim="800000"/>
          </a:ln>
          <a:effectLst>
            <a:outerShdw blurRad="57150" dist="31750" dir="4800000" algn="tl" rotWithShape="0">
              <a:srgbClr val="000000">
                <a:alpha val="25000"/>
              </a:srgbClr>
            </a:outerShdw>
          </a:effectLst>
          <a:scene3d>
            <a:camera prst="orthographicFront"/>
            <a:lightRig rig="twoPt" dir="t">
              <a:rot lat="0" lon="0" rev="7200000"/>
            </a:lightRig>
          </a:scene3d>
          <a:sp3d contourW="2540">
            <a:bevelT w="25400" h="19050"/>
            <a:contourClr>
              <a:srgbClr val="AEAEAE"/>
            </a:contourClr>
          </a:sp3d>
        </p:spPr>
        <p:txBody>
          <a:bodyPr rtlCol="0"/>
          <a:lstStyle>
            <a:lvl1pPr marL="0" indent="0">
              <a:buNone/>
              <a:defRPr sz="3200"/>
            </a:lvl1pPr>
          </a:lstStyle>
          <a:p>
            <a:pPr rtl="0"/>
            <a:r>
              <a:rPr lang="tr-TR" noProof="0" smtClean="0"/>
              <a:t>Resim eklemek için simgeyi tıklatın</a:t>
            </a:r>
            <a:endParaRPr kumimoji="0" lang="tr-TR" noProof="0" dirty="0"/>
          </a:p>
        </p:txBody>
      </p:sp>
      <p:sp>
        <p:nvSpPr>
          <p:cNvPr id="4" name="Metin Yer Tutucusu 3"/>
          <p:cNvSpPr>
            <a:spLocks noGrp="1"/>
          </p:cNvSpPr>
          <p:nvPr>
            <p:ph type="body" sz="half" idx="2"/>
          </p:nvPr>
        </p:nvSpPr>
        <p:spPr>
          <a:xfrm>
            <a:off x="8117924" y="3274309"/>
            <a:ext cx="3454400" cy="2516489"/>
          </a:xfrm>
        </p:spPr>
        <p:txBody>
          <a:bodyPr lIns="0" tIns="0" rIns="45720" rtlCol="0" anchor="t"/>
          <a:lstStyle>
            <a:lvl1pPr marL="0" indent="0">
              <a:lnSpc>
                <a:spcPct val="100000"/>
              </a:lnSpc>
              <a:spcBef>
                <a:spcPts val="0"/>
              </a:spcBef>
              <a:buFontTx/>
              <a:buNone/>
              <a:defRPr sz="1300"/>
            </a:lvl1pPr>
            <a:lvl2pPr>
              <a:buFontTx/>
              <a:buNone/>
              <a:defRPr sz="1200"/>
            </a:lvl2pPr>
            <a:lvl3pPr>
              <a:buFontTx/>
              <a:buNone/>
              <a:defRPr sz="1000"/>
            </a:lvl3pPr>
            <a:lvl4pPr>
              <a:buFontTx/>
              <a:buNone/>
              <a:defRPr sz="900"/>
            </a:lvl4pPr>
            <a:lvl5pPr>
              <a:buFontTx/>
              <a:buNone/>
              <a:defRPr sz="900"/>
            </a:lvl5pPr>
          </a:lstStyle>
          <a:p>
            <a:pPr lvl="0" rtl="0" eaLnBrk="1" latinLnBrk="0" hangingPunct="1"/>
            <a:r>
              <a:rPr lang="tr-TR" noProof="0" smtClean="0"/>
              <a:t>Asıl metin stillerini düzenle</a:t>
            </a:r>
          </a:p>
        </p:txBody>
      </p:sp>
      <p:sp>
        <p:nvSpPr>
          <p:cNvPr id="6" name="Alt Bilgi Yer Tutucusu 5"/>
          <p:cNvSpPr>
            <a:spLocks noGrp="1"/>
          </p:cNvSpPr>
          <p:nvPr>
            <p:ph type="ftr" sz="quarter" idx="11"/>
          </p:nvPr>
        </p:nvSpPr>
        <p:spPr/>
        <p:txBody>
          <a:bodyPr rtlCol="0"/>
          <a:lstStyle/>
          <a:p>
            <a:pPr rtl="0"/>
            <a:r>
              <a:rPr lang="tr-TR" noProof="0" dirty="0"/>
              <a:t>Alt bilgi ekleme</a:t>
            </a:r>
          </a:p>
        </p:txBody>
      </p:sp>
      <p:sp>
        <p:nvSpPr>
          <p:cNvPr id="5" name="Tarih Yer Tutucusu 4"/>
          <p:cNvSpPr>
            <a:spLocks noGrp="1"/>
          </p:cNvSpPr>
          <p:nvPr>
            <p:ph type="dt" sz="half" idx="10"/>
          </p:nvPr>
        </p:nvSpPr>
        <p:spPr/>
        <p:txBody>
          <a:bodyPr rtlCol="0"/>
          <a:lstStyle>
            <a:lvl1pPr>
              <a:defRPr/>
            </a:lvl1pPr>
          </a:lstStyle>
          <a:p>
            <a:fld id="{D85D7756-B745-4648-9348-5BA7D8FC560E}" type="datetime1">
              <a:rPr lang="tr-TR" smtClean="0"/>
              <a:pPr/>
              <a:t>21.09.2024</a:t>
            </a:fld>
            <a:endParaRPr lang="tr-TR" dirty="0"/>
          </a:p>
        </p:txBody>
      </p:sp>
      <p:sp>
        <p:nvSpPr>
          <p:cNvPr id="7" name="Slayt Numarası Yer Tutucusu 6"/>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18836198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noProof="0" smtClean="0"/>
              <a:t>Asıl başlık stili için tıklatın</a:t>
            </a:r>
            <a:endParaRPr lang="tr-TR" noProof="0" dirty="0"/>
          </a:p>
        </p:txBody>
      </p:sp>
      <p:sp>
        <p:nvSpPr>
          <p:cNvPr id="3" name="Dikey Metin Yer Tutucusu 2"/>
          <p:cNvSpPr>
            <a:spLocks noGrp="1"/>
          </p:cNvSpPr>
          <p:nvPr>
            <p:ph type="body" orient="vert" idx="1"/>
          </p:nvPr>
        </p:nvSpPr>
        <p:spPr/>
        <p:txBody>
          <a:bodyPr vert="eaVert" rtlCol="0"/>
          <a:lstStyle>
            <a:lvl1pPr>
              <a:defRPr/>
            </a:lvl1pPr>
            <a:lvl5pPr>
              <a:defRPr/>
            </a:lvl5pPr>
          </a:lstStyle>
          <a:p>
            <a:pPr lvl="0" rtl="0" eaLnBrk="1" latinLnBrk="0" hangingPunct="1"/>
            <a:r>
              <a:rPr lang="tr-TR" noProof="0" smtClean="0"/>
              <a:t>Asıl metin stillerini düzenle</a:t>
            </a:r>
          </a:p>
          <a:p>
            <a:pPr lvl="1" rtl="0" eaLnBrk="1" latinLnBrk="0" hangingPunct="1"/>
            <a:r>
              <a:rPr lang="tr-TR" noProof="0" smtClean="0"/>
              <a:t>İkinci düzey</a:t>
            </a:r>
          </a:p>
          <a:p>
            <a:pPr lvl="2" rtl="0" eaLnBrk="1" latinLnBrk="0" hangingPunct="1"/>
            <a:r>
              <a:rPr lang="tr-TR" noProof="0" smtClean="0"/>
              <a:t>Üçüncü düzey</a:t>
            </a:r>
          </a:p>
          <a:p>
            <a:pPr lvl="3" rtl="0" eaLnBrk="1" latinLnBrk="0" hangingPunct="1"/>
            <a:r>
              <a:rPr lang="tr-TR" noProof="0" smtClean="0"/>
              <a:t>Dördüncü düzey</a:t>
            </a:r>
          </a:p>
          <a:p>
            <a:pPr lvl="4" rtl="0" eaLnBrk="1" latinLnBrk="0" hangingPunct="1"/>
            <a:r>
              <a:rPr lang="tr-TR" noProof="0" smtClean="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443DEEBB-C631-4BE4-9EB9-151005B5892D}" type="datetime1">
              <a:rPr lang="tr-TR" smtClean="0"/>
              <a:pPr/>
              <a:t>21.09.2024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3467844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hasCustomPrompt="1"/>
          </p:nvPr>
        </p:nvSpPr>
        <p:spPr>
          <a:xfrm>
            <a:off x="9042400" y="1143000"/>
            <a:ext cx="2540000" cy="5448300"/>
          </a:xfrm>
        </p:spPr>
        <p:txBody>
          <a:bodyPr vert="eaVert" rtlCol="0"/>
          <a:lstStyle>
            <a:lvl1pPr>
              <a:defRPr/>
            </a:lvl1pPr>
          </a:lstStyle>
          <a:p>
            <a:pPr rtl="0"/>
            <a:r>
              <a:rPr lang="tr-TR" noProof="0" dirty="0"/>
              <a:t>Asıl başlık stilini düzenle</a:t>
            </a:r>
          </a:p>
        </p:txBody>
      </p:sp>
      <p:sp>
        <p:nvSpPr>
          <p:cNvPr id="3" name="Dikey Metin Yer Tutucusu 2"/>
          <p:cNvSpPr>
            <a:spLocks noGrp="1"/>
          </p:cNvSpPr>
          <p:nvPr>
            <p:ph type="body" orient="vert" idx="1" hasCustomPrompt="1"/>
          </p:nvPr>
        </p:nvSpPr>
        <p:spPr>
          <a:xfrm>
            <a:off x="609600" y="1143000"/>
            <a:ext cx="8331200" cy="5448300"/>
          </a:xfrm>
        </p:spPr>
        <p:txBody>
          <a:bodyPr vert="eaVert" rtlCol="0"/>
          <a:lstStyle>
            <a:lvl5pPr>
              <a:defRPr/>
            </a:lvl5pPr>
          </a:lstStyle>
          <a:p>
            <a:pPr lvl="0" rtl="0" eaLnBrk="1" latinLnBrk="0" hangingPunct="1"/>
            <a:r>
              <a:rPr lang="tr-TR" noProof="0" dirty="0"/>
              <a:t>Asıl metin stillerini düzenlemek için tıklayın</a:t>
            </a:r>
          </a:p>
          <a:p>
            <a:pPr lvl="1" rtl="0" eaLnBrk="1" latinLnBrk="0" hangingPunct="1"/>
            <a:r>
              <a:rPr lang="tr-TR" noProof="0" dirty="0"/>
              <a:t>İkinci düzey</a:t>
            </a:r>
          </a:p>
          <a:p>
            <a:pPr lvl="2" rtl="0" eaLnBrk="1" latinLnBrk="0" hangingPunct="1"/>
            <a:r>
              <a:rPr lang="tr-TR" noProof="0" dirty="0"/>
              <a:t>Üçüncü düzey</a:t>
            </a:r>
          </a:p>
          <a:p>
            <a:pPr lvl="3" rtl="0" eaLnBrk="1" latinLnBrk="0" hangingPunct="1"/>
            <a:r>
              <a:rPr lang="tr-TR" noProof="0" dirty="0"/>
              <a:t>Dördüncü düzey</a:t>
            </a:r>
          </a:p>
          <a:p>
            <a:pPr lvl="4" rtl="0" eaLnBrk="1" latinLnBrk="0" hangingPunct="1"/>
            <a:r>
              <a:rPr lang="tr-TR" noProof="0" dirty="0"/>
              <a:t>Beşinci düzey</a:t>
            </a:r>
            <a:endParaRPr kumimoji="0" lang="tr-TR" noProof="0" dirty="0"/>
          </a:p>
        </p:txBody>
      </p:sp>
      <p:sp>
        <p:nvSpPr>
          <p:cNvPr id="5" name="Alt Bilgi Yer Tutucusu 4"/>
          <p:cNvSpPr>
            <a:spLocks noGrp="1"/>
          </p:cNvSpPr>
          <p:nvPr>
            <p:ph type="ftr" sz="quarter" idx="11"/>
          </p:nvPr>
        </p:nvSpPr>
        <p:spPr/>
        <p:txBody>
          <a:bodyPr rtlCol="0"/>
          <a:lstStyle/>
          <a:p>
            <a:pPr rtl="0"/>
            <a:r>
              <a:rPr lang="tr-TR" noProof="0" dirty="0"/>
              <a:t>Alt bilgi ekleme</a:t>
            </a:r>
          </a:p>
        </p:txBody>
      </p:sp>
      <p:sp>
        <p:nvSpPr>
          <p:cNvPr id="4" name="Tarih Yer Tutucusu 3"/>
          <p:cNvSpPr>
            <a:spLocks noGrp="1"/>
          </p:cNvSpPr>
          <p:nvPr>
            <p:ph type="dt" sz="half" idx="10"/>
          </p:nvPr>
        </p:nvSpPr>
        <p:spPr/>
        <p:txBody>
          <a:bodyPr rtlCol="0"/>
          <a:lstStyle>
            <a:lvl1pPr>
              <a:defRPr/>
            </a:lvl1pPr>
          </a:lstStyle>
          <a:p>
            <a:fld id="{C76B82DB-6D5C-486A-98D3-E008B7673553}" type="datetime1">
              <a:rPr lang="tr-TR" smtClean="0"/>
              <a:pPr/>
              <a:t>21.09.2024</a:t>
            </a:fld>
            <a:endParaRPr lang="tr-TR" dirty="0"/>
          </a:p>
        </p:txBody>
      </p:sp>
      <p:sp>
        <p:nvSpPr>
          <p:cNvPr id="6" name="Slayt Numarası Yer Tutucusu 5"/>
          <p:cNvSpPr>
            <a:spLocks noGrp="1"/>
          </p:cNvSpPr>
          <p:nvPr>
            <p:ph type="sldNum" sz="quarter" idx="12"/>
          </p:nvPr>
        </p:nvSpPr>
        <p:spPr/>
        <p:txBody>
          <a:bodyPr rtlCol="0"/>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97808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Dikdörtgen 27"/>
          <p:cNvSpPr/>
          <p:nvPr/>
        </p:nvSpPr>
        <p:spPr>
          <a:xfrm>
            <a:off x="1" y="366819"/>
            <a:ext cx="12192000" cy="84407"/>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9" name="Dikdörtgen 28"/>
          <p:cNvSpPr/>
          <p:nvPr/>
        </p:nvSpPr>
        <p:spPr>
          <a:xfrm>
            <a:off x="0" y="-1"/>
            <a:ext cx="12192000" cy="310663"/>
          </a:xfrm>
          <a:prstGeom prst="rect">
            <a:avLst/>
          </a:prstGeom>
          <a:solidFill>
            <a:schemeClr val="tx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0" name="Dikdörtgen 29"/>
          <p:cNvSpPr/>
          <p:nvPr/>
        </p:nvSpPr>
        <p:spPr>
          <a:xfrm>
            <a:off x="1" y="308277"/>
            <a:ext cx="12192001" cy="91441"/>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1" name="Dikdörtgen 30"/>
          <p:cNvSpPr/>
          <p:nvPr/>
        </p:nvSpPr>
        <p:spPr>
          <a:xfrm flipV="1">
            <a:off x="7213577" y="360247"/>
            <a:ext cx="4978425" cy="91087"/>
          </a:xfrm>
          <a:prstGeom prst="rect">
            <a:avLst/>
          </a:prstGeom>
          <a:solidFill>
            <a:schemeClr val="accent2">
              <a:alpha val="10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2" name="Dikdörtgen 31"/>
          <p:cNvSpPr/>
          <p:nvPr/>
        </p:nvSpPr>
        <p:spPr>
          <a:xfrm flipV="1">
            <a:off x="7213601" y="440113"/>
            <a:ext cx="4978401" cy="180035"/>
          </a:xfrm>
          <a:prstGeom prst="rect">
            <a:avLst/>
          </a:prstGeom>
          <a:solidFill>
            <a:schemeClr val="accent2">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3" name="Yuvarlatılmış Dikdörtgen 32"/>
          <p:cNvSpPr/>
          <p:nvPr/>
        </p:nvSpPr>
        <p:spPr bwMode="white">
          <a:xfrm>
            <a:off x="7209785" y="497504"/>
            <a:ext cx="4084320" cy="27432"/>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useBgFill="1">
        <p:nvSpPr>
          <p:cNvPr id="34" name="Yuvarlatılmış Dikdörtgen 33"/>
          <p:cNvSpPr/>
          <p:nvPr/>
        </p:nvSpPr>
        <p:spPr bwMode="white">
          <a:xfrm>
            <a:off x="9831528" y="588943"/>
            <a:ext cx="2133600" cy="36576"/>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5" name="Dikdörtgen 34"/>
          <p:cNvSpPr/>
          <p:nvPr/>
        </p:nvSpPr>
        <p:spPr bwMode="invGray">
          <a:xfrm>
            <a:off x="12113288" y="-2001"/>
            <a:ext cx="76835"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6" name="Dikdörtgen 35"/>
          <p:cNvSpPr/>
          <p:nvPr/>
        </p:nvSpPr>
        <p:spPr bwMode="invGray">
          <a:xfrm>
            <a:off x="12059308" y="-2001"/>
            <a:ext cx="36576" cy="621792"/>
          </a:xfrm>
          <a:prstGeom prst="rect">
            <a:avLst/>
          </a:prstGeom>
          <a:solidFill>
            <a:srgbClr val="FFFFFF">
              <a:alpha val="65098"/>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7" name="Dikdörtgen 36"/>
          <p:cNvSpPr/>
          <p:nvPr/>
        </p:nvSpPr>
        <p:spPr bwMode="invGray">
          <a:xfrm>
            <a:off x="12033904" y="-2001"/>
            <a:ext cx="12192" cy="621792"/>
          </a:xfrm>
          <a:prstGeom prst="rect">
            <a:avLst/>
          </a:prstGeom>
          <a:solidFill>
            <a:srgbClr val="FFFFFF">
              <a:alpha val="6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8" name="Dikdörtgen 37"/>
          <p:cNvSpPr/>
          <p:nvPr/>
        </p:nvSpPr>
        <p:spPr bwMode="invGray">
          <a:xfrm>
            <a:off x="11967231" y="-2001"/>
            <a:ext cx="36576" cy="621792"/>
          </a:xfrm>
          <a:prstGeom prst="rect">
            <a:avLst/>
          </a:prstGeom>
          <a:solidFill>
            <a:srgbClr val="FFFFFF">
              <a:alpha val="4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39" name="Dikdörtgen 38"/>
          <p:cNvSpPr/>
          <p:nvPr/>
        </p:nvSpPr>
        <p:spPr bwMode="invGray">
          <a:xfrm>
            <a:off x="11887569" y="380"/>
            <a:ext cx="73152" cy="585216"/>
          </a:xfrm>
          <a:prstGeom prst="rect">
            <a:avLst/>
          </a:prstGeom>
          <a:solidFill>
            <a:srgbClr val="FFFFFF">
              <a:alpha val="20000"/>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40" name="Dikdörtgen 39"/>
          <p:cNvSpPr/>
          <p:nvPr/>
        </p:nvSpPr>
        <p:spPr bwMode="invGray">
          <a:xfrm>
            <a:off x="11831300" y="380"/>
            <a:ext cx="12192" cy="585216"/>
          </a:xfrm>
          <a:prstGeom prst="rect">
            <a:avLst/>
          </a:prstGeom>
          <a:solidFill>
            <a:srgbClr val="FFFFFF">
              <a:alpha val="30196"/>
            </a:srgb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rtlCol="0" anchor="ctr"/>
          <a:lstStyle/>
          <a:p>
            <a:pPr algn="ctr" rtl="0" eaLnBrk="1" latinLnBrk="0" hangingPunct="1"/>
            <a:endParaRPr kumimoji="0" lang="tr-TR" sz="1800" noProof="0" dirty="0"/>
          </a:p>
        </p:txBody>
      </p:sp>
      <p:sp>
        <p:nvSpPr>
          <p:cNvPr id="22" name="Başlık Yer Tutucusu 21"/>
          <p:cNvSpPr>
            <a:spLocks noGrp="1"/>
          </p:cNvSpPr>
          <p:nvPr>
            <p:ph type="title"/>
          </p:nvPr>
        </p:nvSpPr>
        <p:spPr>
          <a:xfrm>
            <a:off x="609600" y="1143000"/>
            <a:ext cx="10972800" cy="1066800"/>
          </a:xfrm>
          <a:prstGeom prst="rect">
            <a:avLst/>
          </a:prstGeom>
        </p:spPr>
        <p:txBody>
          <a:bodyPr vert="horz" rtlCol="0" anchor="ctr">
            <a:normAutofit/>
          </a:bodyPr>
          <a:lstStyle/>
          <a:p>
            <a:pPr rtl="0"/>
            <a:r>
              <a:rPr lang="tr-TR" noProof="0" dirty="0"/>
              <a:t>Asıl başlık stilini düzenlemek için tıklayın</a:t>
            </a:r>
          </a:p>
        </p:txBody>
      </p:sp>
      <p:sp>
        <p:nvSpPr>
          <p:cNvPr id="13" name="Metin Yer Tutucusu 12"/>
          <p:cNvSpPr>
            <a:spLocks noGrp="1"/>
          </p:cNvSpPr>
          <p:nvPr>
            <p:ph type="body" idx="1"/>
          </p:nvPr>
        </p:nvSpPr>
        <p:spPr>
          <a:xfrm>
            <a:off x="609600" y="2249424"/>
            <a:ext cx="10972800" cy="4325112"/>
          </a:xfrm>
          <a:prstGeom prst="rect">
            <a:avLst/>
          </a:prstGeom>
        </p:spPr>
        <p:txBody>
          <a:bodyPr vert="horz" rtlCol="0">
            <a:normAutofit/>
          </a:bodyPr>
          <a:lstStyle/>
          <a:p>
            <a:pPr lvl="0" rtl="0"/>
            <a:r>
              <a:rPr lang="tr-TR" noProof="0" dirty="0"/>
              <a:t>Asıl metin stillerini düzenle</a:t>
            </a:r>
          </a:p>
          <a:p>
            <a:pPr lvl="1" rtl="0"/>
            <a:r>
              <a:rPr lang="tr-TR" noProof="0" dirty="0"/>
              <a:t>İkinci düzey</a:t>
            </a:r>
          </a:p>
          <a:p>
            <a:pPr lvl="2" rtl="0"/>
            <a:r>
              <a:rPr lang="tr-TR" noProof="0" dirty="0"/>
              <a:t>Üçüncü düzey</a:t>
            </a:r>
          </a:p>
          <a:p>
            <a:pPr lvl="3" rtl="0"/>
            <a:r>
              <a:rPr lang="tr-TR" noProof="0" dirty="0"/>
              <a:t>Dördüncü düzey</a:t>
            </a:r>
          </a:p>
          <a:p>
            <a:pPr lvl="4" rtl="0"/>
            <a:r>
              <a:rPr lang="tr-TR" noProof="0" dirty="0"/>
              <a:t>Beşinci düzey</a:t>
            </a:r>
          </a:p>
        </p:txBody>
      </p:sp>
      <p:sp>
        <p:nvSpPr>
          <p:cNvPr id="3" name="Alt Bilgi Yer Tutucusu 2"/>
          <p:cNvSpPr>
            <a:spLocks noGrp="1"/>
          </p:cNvSpPr>
          <p:nvPr>
            <p:ph type="ftr" sz="quarter" idx="3"/>
          </p:nvPr>
        </p:nvSpPr>
        <p:spPr>
          <a:xfrm>
            <a:off x="7010400" y="612648"/>
            <a:ext cx="1767840" cy="457200"/>
          </a:xfrm>
          <a:prstGeom prst="rect">
            <a:avLst/>
          </a:prstGeom>
        </p:spPr>
        <p:txBody>
          <a:bodyPr vert="horz" rtlCol="0"/>
          <a:lstStyle>
            <a:lvl1pPr algn="r" eaLnBrk="1" latinLnBrk="0" hangingPunct="1">
              <a:defRPr kumimoji="0" sz="1100">
                <a:solidFill>
                  <a:schemeClr val="accent2">
                    <a:lumMod val="75000"/>
                  </a:schemeClr>
                </a:solidFill>
              </a:defRPr>
            </a:lvl1pPr>
          </a:lstStyle>
          <a:p>
            <a:pPr rtl="0"/>
            <a:r>
              <a:rPr lang="tr-TR" noProof="0" dirty="0"/>
              <a:t>Alt bilgi ekleme</a:t>
            </a:r>
          </a:p>
        </p:txBody>
      </p:sp>
      <p:sp>
        <p:nvSpPr>
          <p:cNvPr id="14" name="Tarih Yer Tutucusu 13"/>
          <p:cNvSpPr>
            <a:spLocks noGrp="1"/>
          </p:cNvSpPr>
          <p:nvPr>
            <p:ph type="dt" sz="half" idx="2"/>
          </p:nvPr>
        </p:nvSpPr>
        <p:spPr>
          <a:xfrm>
            <a:off x="8782048" y="612648"/>
            <a:ext cx="1276352" cy="457200"/>
          </a:xfrm>
          <a:prstGeom prst="rect">
            <a:avLst/>
          </a:prstGeom>
        </p:spPr>
        <p:txBody>
          <a:bodyPr vert="horz" rtlCol="0"/>
          <a:lstStyle>
            <a:lvl1pPr algn="l" eaLnBrk="1" latinLnBrk="0" hangingPunct="1">
              <a:defRPr kumimoji="0" sz="1100">
                <a:solidFill>
                  <a:schemeClr val="accent2">
                    <a:lumMod val="75000"/>
                  </a:schemeClr>
                </a:solidFill>
              </a:defRPr>
            </a:lvl1pPr>
          </a:lstStyle>
          <a:p>
            <a:fld id="{8A9E5AA4-4083-47B0-96D9-3464BE7D917D}" type="datetime1">
              <a:rPr lang="tr-TR" smtClean="0"/>
              <a:pPr/>
              <a:t>21.09.2024</a:t>
            </a:fld>
            <a:endParaRPr lang="tr-TR" dirty="0"/>
          </a:p>
        </p:txBody>
      </p:sp>
      <p:sp>
        <p:nvSpPr>
          <p:cNvPr id="23" name="Slayt Numarası Yer Tutucusu 22"/>
          <p:cNvSpPr>
            <a:spLocks noGrp="1"/>
          </p:cNvSpPr>
          <p:nvPr>
            <p:ph type="sldNum" sz="quarter" idx="4"/>
          </p:nvPr>
        </p:nvSpPr>
        <p:spPr>
          <a:xfrm>
            <a:off x="10899648" y="2272"/>
            <a:ext cx="1016000" cy="365760"/>
          </a:xfrm>
          <a:prstGeom prst="rect">
            <a:avLst/>
          </a:prstGeom>
        </p:spPr>
        <p:txBody>
          <a:bodyPr vert="horz" rtlCol="0" anchor="b"/>
          <a:lstStyle>
            <a:lvl1pPr algn="r" eaLnBrk="1" latinLnBrk="0" hangingPunct="1">
              <a:defRPr kumimoji="0" sz="1800">
                <a:solidFill>
                  <a:srgbClr val="FFFFFF"/>
                </a:solidFill>
              </a:defRPr>
            </a:lvl1pPr>
          </a:lstStyle>
          <a:p>
            <a:pPr rtl="0"/>
            <a:fld id="{401CF334-2D5C-4859-84A6-CA7E6E43FAEB}" type="slidenum">
              <a:rPr lang="tr-TR" noProof="0" smtClean="0"/>
              <a:t>‹#›</a:t>
            </a:fld>
            <a:endParaRPr lang="tr-TR" noProof="0" dirty="0"/>
          </a:p>
        </p:txBody>
      </p:sp>
    </p:spTree>
    <p:extLst>
      <p:ext uri="{BB962C8B-B14F-4D97-AF65-F5344CB8AC3E}">
        <p14:creationId xmlns:p14="http://schemas.microsoft.com/office/powerpoint/2010/main" val="2132171725"/>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365760" indent="-256032" algn="l" rtl="0" eaLnBrk="1" latinLnBrk="0" hangingPunct="1">
        <a:spcBef>
          <a:spcPts val="300"/>
        </a:spcBef>
        <a:buClr>
          <a:schemeClr val="accent3">
            <a:lumMod val="75000"/>
          </a:schemeClr>
        </a:buClr>
        <a:buFont typeface="Georgia"/>
        <a:buChar char="•"/>
        <a:defRPr kumimoji="0" sz="2800" kern="1200">
          <a:solidFill>
            <a:schemeClr val="tx2"/>
          </a:solidFill>
          <a:latin typeface="+mn-lt"/>
          <a:ea typeface="+mn-ea"/>
          <a:cs typeface="+mn-cs"/>
        </a:defRPr>
      </a:lvl1pPr>
      <a:lvl2pPr marL="658368" indent="-246888" algn="l" rtl="0" eaLnBrk="1" latinLnBrk="0" hangingPunct="1">
        <a:spcBef>
          <a:spcPts val="300"/>
        </a:spcBef>
        <a:buClr>
          <a:schemeClr val="accent2">
            <a:lumMod val="75000"/>
          </a:schemeClr>
        </a:buClr>
        <a:buFont typeface="Georgia"/>
        <a:buChar char="▫"/>
        <a:defRPr kumimoji="0" sz="2600" kern="1200">
          <a:solidFill>
            <a:schemeClr val="tx2"/>
          </a:solidFill>
          <a:latin typeface="+mn-lt"/>
          <a:ea typeface="+mn-ea"/>
          <a:cs typeface="+mn-cs"/>
        </a:defRPr>
      </a:lvl2pPr>
      <a:lvl3pPr marL="923544" indent="-219456" algn="l" rtl="0" eaLnBrk="1" latinLnBrk="0" hangingPunct="1">
        <a:spcBef>
          <a:spcPts val="300"/>
        </a:spcBef>
        <a:buClr>
          <a:schemeClr val="accent1">
            <a:lumMod val="50000"/>
          </a:schemeClr>
        </a:buClr>
        <a:buFont typeface="Wingdings 2" panose="05020102010507070707" pitchFamily="18" charset="2"/>
        <a:buChar char=""/>
        <a:defRPr kumimoji="0" sz="2400" kern="1200">
          <a:solidFill>
            <a:schemeClr val="tx2"/>
          </a:solidFill>
          <a:latin typeface="+mn-lt"/>
          <a:ea typeface="+mn-ea"/>
          <a:cs typeface="+mn-cs"/>
        </a:defRPr>
      </a:lvl3pPr>
      <a:lvl4pPr marL="1179576" indent="-201168" algn="l" rtl="0" eaLnBrk="1" latinLnBrk="0" hangingPunct="1">
        <a:spcBef>
          <a:spcPts val="300"/>
        </a:spcBef>
        <a:buClr>
          <a:schemeClr val="accent1">
            <a:lumMod val="50000"/>
          </a:schemeClr>
        </a:buClr>
        <a:buFont typeface="Wingdings 2" panose="05020102010507070707" pitchFamily="18" charset="2"/>
        <a:buChar char=""/>
        <a:defRPr kumimoji="0" sz="2200" kern="1200">
          <a:solidFill>
            <a:schemeClr val="tx2"/>
          </a:solidFill>
          <a:latin typeface="+mn-lt"/>
          <a:ea typeface="+mn-ea"/>
          <a:cs typeface="+mn-cs"/>
        </a:defRPr>
      </a:lvl4pPr>
      <a:lvl5pPr marL="1389888" indent="-182880" algn="l" rtl="0" eaLnBrk="1" latinLnBrk="0" hangingPunct="1">
        <a:spcBef>
          <a:spcPts val="300"/>
        </a:spcBef>
        <a:buClr>
          <a:schemeClr val="accent1">
            <a:lumMod val="50000"/>
          </a:schemeClr>
        </a:buClr>
        <a:buFont typeface="Wingdings 2" panose="05020102010507070707" pitchFamily="18" charset="2"/>
        <a:buChar char=""/>
        <a:defRPr kumimoji="0" sz="2000" kern="1200">
          <a:solidFill>
            <a:schemeClr val="tx2"/>
          </a:solidFill>
          <a:latin typeface="+mn-lt"/>
          <a:ea typeface="+mn-ea"/>
          <a:cs typeface="+mn-cs"/>
        </a:defRPr>
      </a:lvl5pPr>
      <a:lvl6pPr marL="1609344" indent="-182880" algn="l" rtl="0" eaLnBrk="1" latinLnBrk="0" hangingPunct="1">
        <a:spcBef>
          <a:spcPts val="300"/>
        </a:spcBef>
        <a:buClr>
          <a:schemeClr val="accent1">
            <a:lumMod val="50000"/>
          </a:schemeClr>
        </a:buClr>
        <a:buFont typeface="Wingdings 2" panose="05020102010507070707" pitchFamily="18" charset="2"/>
        <a:buChar char=""/>
        <a:defRPr kumimoji="0" sz="1800" kern="1200">
          <a:solidFill>
            <a:schemeClr val="tx2"/>
          </a:solidFill>
          <a:latin typeface="+mn-lt"/>
          <a:ea typeface="+mn-ea"/>
          <a:cs typeface="+mn-cs"/>
        </a:defRPr>
      </a:lvl6pPr>
      <a:lvl7pPr marL="1828800" indent="-182880" algn="l" rtl="0" eaLnBrk="1" latinLnBrk="0" hangingPunct="1">
        <a:spcBef>
          <a:spcPts val="300"/>
        </a:spcBef>
        <a:buClr>
          <a:schemeClr val="accent1">
            <a:lumMod val="50000"/>
          </a:schemeClr>
        </a:buClr>
        <a:buFont typeface="Wingdings 2" panose="05020102010507070707" pitchFamily="18" charset="2"/>
        <a:buChar char=""/>
        <a:defRPr kumimoji="0" sz="1600" kern="1200">
          <a:solidFill>
            <a:schemeClr val="tx2"/>
          </a:solidFill>
          <a:latin typeface="+mn-lt"/>
          <a:ea typeface="+mn-ea"/>
          <a:cs typeface="+mn-cs"/>
        </a:defRPr>
      </a:lvl7pPr>
      <a:lvl8pPr marL="2029968" indent="-182880" algn="l" rtl="0" eaLnBrk="1" latinLnBrk="0" hangingPunct="1">
        <a:spcBef>
          <a:spcPts val="300"/>
        </a:spcBef>
        <a:buClr>
          <a:schemeClr val="accent1">
            <a:lumMod val="50000"/>
          </a:schemeClr>
        </a:buClr>
        <a:buFont typeface="Wingdings 2" panose="05020102010507070707" pitchFamily="18" charset="2"/>
        <a:buChar char=""/>
        <a:defRPr kumimoji="0" sz="1500" kern="1200">
          <a:solidFill>
            <a:schemeClr val="tx2"/>
          </a:solidFill>
          <a:latin typeface="+mn-lt"/>
          <a:ea typeface="+mn-ea"/>
          <a:cs typeface="+mn-cs"/>
        </a:defRPr>
      </a:lvl8pPr>
      <a:lvl9pPr marL="2240280" indent="-182880" algn="l" rtl="0" eaLnBrk="1" latinLnBrk="0" hangingPunct="1">
        <a:spcBef>
          <a:spcPts val="300"/>
        </a:spcBef>
        <a:buClr>
          <a:schemeClr val="accent1">
            <a:lumMod val="50000"/>
          </a:schemeClr>
        </a:buClr>
        <a:buFont typeface="Wingdings 2" panose="05020102010507070707" pitchFamily="18" charset="2"/>
        <a:buChar char=""/>
        <a:defRPr kumimoji="0" sz="1400" kern="1200" baseline="0">
          <a:solidFill>
            <a:schemeClr val="tx2"/>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0" orient="horz" pos="2160" userDrawn="1">
          <p15:clr>
            <a:srgbClr val="F26B43"/>
          </p15:clr>
        </p15:guide>
        <p15:guide id="1" pos="3840" userDrawn="1">
          <p15:clr>
            <a:srgbClr val="F26B43"/>
          </p15:clr>
        </p15:guide>
        <p15:guide id="2" orient="horz" pos="415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ctrTitle"/>
          </p:nvPr>
        </p:nvSpPr>
        <p:spPr/>
        <p:txBody>
          <a:bodyPr rtlCol="0"/>
          <a:lstStyle/>
          <a:p>
            <a:pPr rtl="0"/>
            <a:r>
              <a:rPr lang="tr-TR" dirty="0" smtClean="0"/>
              <a:t>Mobil Uygulama Geliştirme</a:t>
            </a:r>
            <a:endParaRPr lang="tr-TR" dirty="0"/>
          </a:p>
        </p:txBody>
      </p:sp>
      <p:sp>
        <p:nvSpPr>
          <p:cNvPr id="3" name="Alt Başlık 2"/>
          <p:cNvSpPr>
            <a:spLocks noGrp="1"/>
          </p:cNvSpPr>
          <p:nvPr>
            <p:ph type="subTitle" idx="1"/>
          </p:nvPr>
        </p:nvSpPr>
        <p:spPr/>
        <p:txBody>
          <a:bodyPr rtlCol="0"/>
          <a:lstStyle/>
          <a:p>
            <a:pPr rtl="0"/>
            <a:r>
              <a:rPr lang="tr-TR" dirty="0" err="1" smtClean="0"/>
              <a:t>Öğr</a:t>
            </a:r>
            <a:r>
              <a:rPr lang="tr-TR" dirty="0" smtClean="0"/>
              <a:t>. Gör. Zafer SERİN</a:t>
            </a:r>
            <a:endParaRPr lang="tr-TR" dirty="0"/>
          </a:p>
        </p:txBody>
      </p:sp>
    </p:spTree>
    <p:extLst>
      <p:ext uri="{BB962C8B-B14F-4D97-AF65-F5344CB8AC3E}">
        <p14:creationId xmlns:p14="http://schemas.microsoft.com/office/powerpoint/2010/main" val="7063055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XML</a:t>
            </a:r>
            <a:endParaRPr lang="tr-TR" dirty="0"/>
          </a:p>
        </p:txBody>
      </p:sp>
      <p:sp>
        <p:nvSpPr>
          <p:cNvPr id="3" name="İçerik Yer Tutucusu 2"/>
          <p:cNvSpPr>
            <a:spLocks noGrp="1"/>
          </p:cNvSpPr>
          <p:nvPr>
            <p:ph idx="1"/>
          </p:nvPr>
        </p:nvSpPr>
        <p:spPr/>
        <p:txBody>
          <a:bodyPr rtlCol="0">
            <a:normAutofit/>
          </a:bodyPr>
          <a:lstStyle/>
          <a:p>
            <a:pPr algn="just"/>
            <a:r>
              <a:rPr lang="tr-TR" dirty="0"/>
              <a:t>XML, </a:t>
            </a:r>
            <a:r>
              <a:rPr lang="tr-TR" dirty="0" err="1"/>
              <a:t>Extensible</a:t>
            </a:r>
            <a:r>
              <a:rPr lang="tr-TR" dirty="0"/>
              <a:t> </a:t>
            </a:r>
            <a:r>
              <a:rPr lang="tr-TR" dirty="0" err="1"/>
              <a:t>Markup</a:t>
            </a:r>
            <a:r>
              <a:rPr lang="tr-TR" dirty="0"/>
              <a:t> Language (Genişletilebilir İşaretleme Dili) kısaltmasıdır. XML, verileri yapılandırılmış bir şekilde temsil etmek için kullanılan bir metin tabanlı biçimlendirme dilidir. XML, </a:t>
            </a:r>
            <a:r>
              <a:rPr lang="tr-TR" dirty="0" err="1"/>
              <a:t>HTML'ye</a:t>
            </a:r>
            <a:r>
              <a:rPr lang="tr-TR" dirty="0"/>
              <a:t> benzer şekilde etiketler kullanarak verileri tanımlar, ancak </a:t>
            </a:r>
            <a:r>
              <a:rPr lang="tr-TR" dirty="0" err="1"/>
              <a:t>HTML'nin</a:t>
            </a:r>
            <a:r>
              <a:rPr lang="tr-TR" dirty="0"/>
              <a:t> aksine XML, kullanıcıların kendi etiketlerini tanımlamasına olanak tanır.</a:t>
            </a:r>
            <a:endParaRPr lang="tr-TR" dirty="0"/>
          </a:p>
        </p:txBody>
      </p:sp>
    </p:spTree>
    <p:extLst>
      <p:ext uri="{BB962C8B-B14F-4D97-AF65-F5344CB8AC3E}">
        <p14:creationId xmlns:p14="http://schemas.microsoft.com/office/powerpoint/2010/main" val="1790873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Android</a:t>
            </a:r>
            <a:r>
              <a:rPr lang="tr-TR" dirty="0" smtClean="0"/>
              <a:t> </a:t>
            </a:r>
            <a:r>
              <a:rPr lang="tr-TR" dirty="0" err="1" smtClean="0"/>
              <a:t>Studio</a:t>
            </a:r>
            <a:r>
              <a:rPr lang="tr-TR" dirty="0" smtClean="0"/>
              <a:t> ile bir </a:t>
            </a:r>
            <a:r>
              <a:rPr lang="tr-TR" dirty="0" err="1" smtClean="0"/>
              <a:t>Kotlin</a:t>
            </a:r>
            <a:r>
              <a:rPr lang="tr-TR" dirty="0" smtClean="0"/>
              <a:t> projesi açıldığında bir sonraki sayfadaki gibi bir görünüm ile karşılaşılacaktır. Eğer farklı bir görüntü ile karşılaşılırsa </a:t>
            </a:r>
            <a:r>
              <a:rPr lang="tr-TR" dirty="0" err="1" smtClean="0"/>
              <a:t>Android</a:t>
            </a:r>
            <a:r>
              <a:rPr lang="tr-TR" dirty="0" smtClean="0"/>
              <a:t> </a:t>
            </a:r>
            <a:r>
              <a:rPr lang="tr-TR" dirty="0" err="1" smtClean="0"/>
              <a:t>Studio</a:t>
            </a:r>
            <a:r>
              <a:rPr lang="tr-TR" dirty="0" smtClean="0"/>
              <a:t> güncellenebilir ya da File -&gt; </a:t>
            </a:r>
            <a:r>
              <a:rPr lang="tr-TR" dirty="0" err="1" smtClean="0"/>
              <a:t>Settings</a:t>
            </a:r>
            <a:r>
              <a:rPr lang="tr-TR" dirty="0" smtClean="0"/>
              <a:t>(CTRL + ALT + S) -&gt; </a:t>
            </a:r>
            <a:r>
              <a:rPr lang="tr-TR" dirty="0" err="1" smtClean="0"/>
              <a:t>Appearence</a:t>
            </a:r>
            <a:r>
              <a:rPr lang="tr-TR" dirty="0" smtClean="0"/>
              <a:t> </a:t>
            </a:r>
            <a:r>
              <a:rPr lang="tr-TR" dirty="0" err="1" smtClean="0"/>
              <a:t>and</a:t>
            </a:r>
            <a:r>
              <a:rPr lang="tr-TR" dirty="0" smtClean="0"/>
              <a:t> </a:t>
            </a:r>
            <a:r>
              <a:rPr lang="tr-TR" dirty="0" err="1" smtClean="0"/>
              <a:t>Behaviour</a:t>
            </a:r>
            <a:r>
              <a:rPr lang="tr-TR" dirty="0" smtClean="0"/>
              <a:t> -&gt; New UI yolu izlenerek </a:t>
            </a:r>
            <a:r>
              <a:rPr lang="tr-TR" dirty="0" err="1" smtClean="0"/>
              <a:t>Enable</a:t>
            </a:r>
            <a:r>
              <a:rPr lang="tr-TR" dirty="0" smtClean="0"/>
              <a:t> New UI kısmı </a:t>
            </a:r>
            <a:r>
              <a:rPr lang="tr-TR" dirty="0" err="1" smtClean="0"/>
              <a:t>tiklenebilir</a:t>
            </a:r>
            <a:r>
              <a:rPr lang="tr-TR" dirty="0" smtClean="0"/>
              <a:t>.</a:t>
            </a:r>
            <a:endParaRPr lang="tr-TR" dirty="0"/>
          </a:p>
        </p:txBody>
      </p:sp>
    </p:spTree>
    <p:extLst>
      <p:ext uri="{BB962C8B-B14F-4D97-AF65-F5344CB8AC3E}">
        <p14:creationId xmlns:p14="http://schemas.microsoft.com/office/powerpoint/2010/main" val="6002674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2014256" y="2249488"/>
            <a:ext cx="8163487" cy="4324350"/>
          </a:xfrm>
          <a:prstGeom prst="rect">
            <a:avLst/>
          </a:prstGeom>
        </p:spPr>
      </p:pic>
    </p:spTree>
    <p:extLst>
      <p:ext uri="{BB962C8B-B14F-4D97-AF65-F5344CB8AC3E}">
        <p14:creationId xmlns:p14="http://schemas.microsoft.com/office/powerpoint/2010/main" val="1694807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Sol kısımda </a:t>
            </a:r>
            <a:r>
              <a:rPr lang="tr-TR" dirty="0" err="1" smtClean="0"/>
              <a:t>app</a:t>
            </a:r>
            <a:r>
              <a:rPr lang="tr-TR" dirty="0" smtClean="0"/>
              <a:t> ve </a:t>
            </a:r>
            <a:r>
              <a:rPr lang="tr-TR" dirty="0" err="1" smtClean="0"/>
              <a:t>Gradle</a:t>
            </a:r>
            <a:r>
              <a:rPr lang="tr-TR" dirty="0" smtClean="0"/>
              <a:t> </a:t>
            </a:r>
            <a:r>
              <a:rPr lang="tr-TR" dirty="0" err="1" smtClean="0"/>
              <a:t>Scripts</a:t>
            </a:r>
            <a:r>
              <a:rPr lang="tr-TR" dirty="0" smtClean="0"/>
              <a:t> klasörleri görülebilir. Burada </a:t>
            </a:r>
            <a:r>
              <a:rPr lang="tr-TR" dirty="0" err="1" smtClean="0"/>
              <a:t>app</a:t>
            </a:r>
            <a:r>
              <a:rPr lang="tr-TR" dirty="0" smtClean="0"/>
              <a:t> klasörü uygulama ile ilgili genel </a:t>
            </a:r>
            <a:r>
              <a:rPr lang="tr-TR" dirty="0" err="1" smtClean="0"/>
              <a:t>kotlin</a:t>
            </a:r>
            <a:r>
              <a:rPr lang="tr-TR" dirty="0" smtClean="0"/>
              <a:t> ve </a:t>
            </a:r>
            <a:r>
              <a:rPr lang="tr-TR" dirty="0" err="1" smtClean="0"/>
              <a:t>xml</a:t>
            </a:r>
            <a:r>
              <a:rPr lang="tr-TR" dirty="0" smtClean="0"/>
              <a:t> kodlarının vb. yazılacağı dosyaları içerirken. </a:t>
            </a:r>
            <a:r>
              <a:rPr lang="tr-TR" dirty="0" err="1" smtClean="0"/>
              <a:t>Gradle</a:t>
            </a:r>
            <a:r>
              <a:rPr lang="tr-TR" dirty="0" smtClean="0"/>
              <a:t> </a:t>
            </a:r>
            <a:r>
              <a:rPr lang="tr-TR" dirty="0" err="1" smtClean="0"/>
              <a:t>Scripts</a:t>
            </a:r>
            <a:r>
              <a:rPr lang="tr-TR" dirty="0" smtClean="0"/>
              <a:t> klasörü uygulama derlenirken ve </a:t>
            </a:r>
            <a:r>
              <a:rPr lang="tr-TR" dirty="0" err="1" smtClean="0"/>
              <a:t>build</a:t>
            </a:r>
            <a:r>
              <a:rPr lang="tr-TR" dirty="0" smtClean="0"/>
              <a:t> edilirken yapılacak işlemler, kütüphanelerin nasıl dahil edileceği gibi konular ile ilgili dosyaları içerir.</a:t>
            </a:r>
            <a:endParaRPr lang="tr-TR" dirty="0"/>
          </a:p>
        </p:txBody>
      </p:sp>
    </p:spTree>
    <p:extLst>
      <p:ext uri="{BB962C8B-B14F-4D97-AF65-F5344CB8AC3E}">
        <p14:creationId xmlns:p14="http://schemas.microsoft.com/office/powerpoint/2010/main" val="483935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3219200" y="2826565"/>
            <a:ext cx="5753599" cy="3170195"/>
          </a:xfrm>
          <a:prstGeom prst="rect">
            <a:avLst/>
          </a:prstGeom>
        </p:spPr>
      </p:pic>
    </p:spTree>
    <p:extLst>
      <p:ext uri="{BB962C8B-B14F-4D97-AF65-F5344CB8AC3E}">
        <p14:creationId xmlns:p14="http://schemas.microsoft.com/office/powerpoint/2010/main" val="1009276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app</a:t>
            </a:r>
            <a:r>
              <a:rPr lang="tr-TR" dirty="0" smtClean="0"/>
              <a:t>-&gt; </a:t>
            </a:r>
            <a:r>
              <a:rPr lang="tr-TR" dirty="0" err="1" smtClean="0"/>
              <a:t>manifests</a:t>
            </a:r>
            <a:r>
              <a:rPr lang="tr-TR" dirty="0" smtClean="0"/>
              <a:t> -&gt; AndroidManifests.xml yolu izlenerek </a:t>
            </a:r>
            <a:r>
              <a:rPr lang="tr-TR" dirty="0" err="1" smtClean="0"/>
              <a:t>AndroidManifests</a:t>
            </a:r>
            <a:r>
              <a:rPr lang="tr-TR" dirty="0" smtClean="0"/>
              <a:t> dosyasına ulaşılabilir. Bu dosya  uygulama ile ilgili en genel ayarların bulunduğu dosyadır. Burada uygulamanın ikonu, teması, hangi aktiviteleri içereceği gibi ayarlar bulunur.</a:t>
            </a:r>
            <a:endParaRPr lang="tr-TR" dirty="0"/>
          </a:p>
        </p:txBody>
      </p:sp>
    </p:spTree>
    <p:extLst>
      <p:ext uri="{BB962C8B-B14F-4D97-AF65-F5344CB8AC3E}">
        <p14:creationId xmlns:p14="http://schemas.microsoft.com/office/powerpoint/2010/main" val="1527850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2663350" y="2249488"/>
            <a:ext cx="6865300" cy="4324350"/>
          </a:xfrm>
          <a:prstGeom prst="rect">
            <a:avLst/>
          </a:prstGeom>
        </p:spPr>
      </p:pic>
    </p:spTree>
    <p:extLst>
      <p:ext uri="{BB962C8B-B14F-4D97-AF65-F5344CB8AC3E}">
        <p14:creationId xmlns:p14="http://schemas.microsoft.com/office/powerpoint/2010/main" val="2311666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app</a:t>
            </a:r>
            <a:r>
              <a:rPr lang="tr-TR" dirty="0" smtClean="0"/>
              <a:t>-&gt; </a:t>
            </a:r>
            <a:r>
              <a:rPr lang="tr-TR" dirty="0" err="1" smtClean="0"/>
              <a:t>kotlin</a:t>
            </a:r>
            <a:r>
              <a:rPr lang="tr-TR" dirty="0" smtClean="0"/>
              <a:t> + </a:t>
            </a:r>
            <a:r>
              <a:rPr lang="tr-TR" dirty="0" err="1" smtClean="0"/>
              <a:t>java</a:t>
            </a:r>
            <a:r>
              <a:rPr lang="tr-TR" dirty="0" smtClean="0"/>
              <a:t> yolu izlenirse </a:t>
            </a:r>
            <a:r>
              <a:rPr lang="tr-TR" dirty="0" err="1" smtClean="0"/>
              <a:t>package</a:t>
            </a:r>
            <a:r>
              <a:rPr lang="tr-TR" dirty="0" smtClean="0"/>
              <a:t> name ile aynı isimde 3 adet klasör ile karşılaşılır. Burada parantez içinde </a:t>
            </a:r>
            <a:r>
              <a:rPr lang="tr-TR" dirty="0" err="1" smtClean="0"/>
              <a:t>androidTest</a:t>
            </a:r>
            <a:r>
              <a:rPr lang="tr-TR" dirty="0" smtClean="0"/>
              <a:t> ve test yazan klasörler uygulama test edilirken kullanılacak dosyaları içerir. </a:t>
            </a:r>
            <a:r>
              <a:rPr lang="tr-TR" b="1" u="sng" dirty="0" smtClean="0"/>
              <a:t>Sadece paket adı(benim uygulamam için </a:t>
            </a:r>
            <a:r>
              <a:rPr lang="tr-TR" b="1" u="sng" dirty="0" err="1" smtClean="0"/>
              <a:t>com.zserin.kullaniciarayuzu</a:t>
            </a:r>
            <a:r>
              <a:rPr lang="tr-TR" b="1" u="sng" dirty="0" smtClean="0"/>
              <a:t>) yazan klasör ise asıl </a:t>
            </a:r>
            <a:r>
              <a:rPr lang="tr-TR" b="1" u="sng" dirty="0" err="1" smtClean="0"/>
              <a:t>Kotlin</a:t>
            </a:r>
            <a:r>
              <a:rPr lang="tr-TR" b="1" u="sng" dirty="0" smtClean="0"/>
              <a:t> kodlarını içeren kısımdır.</a:t>
            </a:r>
            <a:endParaRPr lang="tr-TR" b="1" u="sng" dirty="0"/>
          </a:p>
        </p:txBody>
      </p:sp>
    </p:spTree>
    <p:extLst>
      <p:ext uri="{BB962C8B-B14F-4D97-AF65-F5344CB8AC3E}">
        <p14:creationId xmlns:p14="http://schemas.microsoft.com/office/powerpoint/2010/main" val="10371455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609600" y="2541528"/>
            <a:ext cx="10972800" cy="3740269"/>
          </a:xfrm>
          <a:prstGeom prst="rect">
            <a:avLst/>
          </a:prstGeom>
        </p:spPr>
      </p:pic>
    </p:spTree>
    <p:extLst>
      <p:ext uri="{BB962C8B-B14F-4D97-AF65-F5344CB8AC3E}">
        <p14:creationId xmlns:p14="http://schemas.microsoft.com/office/powerpoint/2010/main" val="40079952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app</a:t>
            </a:r>
            <a:r>
              <a:rPr lang="tr-TR" dirty="0" smtClean="0"/>
              <a:t>-&gt; </a:t>
            </a:r>
            <a:r>
              <a:rPr lang="tr-TR" dirty="0" err="1" smtClean="0"/>
              <a:t>res</a:t>
            </a:r>
            <a:r>
              <a:rPr lang="tr-TR" dirty="0" smtClean="0"/>
              <a:t> klasörü ise </a:t>
            </a:r>
            <a:r>
              <a:rPr lang="tr-TR" dirty="0" err="1" smtClean="0"/>
              <a:t>resources</a:t>
            </a:r>
            <a:r>
              <a:rPr lang="tr-TR" dirty="0"/>
              <a:t> </a:t>
            </a:r>
            <a:r>
              <a:rPr lang="tr-TR" dirty="0" smtClean="0"/>
              <a:t>anlamına gelir ve uygulama ile ilgili kaynakların bulunduğu klasördür.</a:t>
            </a:r>
          </a:p>
          <a:p>
            <a:pPr algn="just"/>
            <a:r>
              <a:rPr lang="tr-TR" dirty="0" err="1" smtClean="0"/>
              <a:t>app</a:t>
            </a:r>
            <a:r>
              <a:rPr lang="tr-TR" dirty="0" smtClean="0"/>
              <a:t>-&gt; </a:t>
            </a:r>
            <a:r>
              <a:rPr lang="tr-TR" dirty="0" err="1" smtClean="0"/>
              <a:t>res</a:t>
            </a:r>
            <a:r>
              <a:rPr lang="tr-TR" dirty="0" smtClean="0"/>
              <a:t>-&gt; </a:t>
            </a:r>
            <a:r>
              <a:rPr lang="tr-TR" dirty="0" err="1" smtClean="0"/>
              <a:t>drawable</a:t>
            </a:r>
            <a:r>
              <a:rPr lang="tr-TR" dirty="0" smtClean="0"/>
              <a:t> klasöründe uygulamada kullanılacak .</a:t>
            </a:r>
            <a:r>
              <a:rPr lang="tr-TR" dirty="0" err="1" smtClean="0"/>
              <a:t>png</a:t>
            </a:r>
            <a:r>
              <a:rPr lang="tr-TR" dirty="0" smtClean="0"/>
              <a:t>, .</a:t>
            </a:r>
            <a:r>
              <a:rPr lang="tr-TR" dirty="0" err="1" smtClean="0"/>
              <a:t>jpeg</a:t>
            </a:r>
            <a:r>
              <a:rPr lang="tr-TR" dirty="0" smtClean="0"/>
              <a:t>, .mp4 gibi görsel ve videolar bulunabileceği gibi vektör çözümlerde kullanılabilir.</a:t>
            </a:r>
          </a:p>
          <a:p>
            <a:pPr algn="just"/>
            <a:r>
              <a:rPr lang="tr-TR" b="1" u="sng" dirty="0" err="1"/>
              <a:t>a</a:t>
            </a:r>
            <a:r>
              <a:rPr lang="tr-TR" b="1" u="sng" dirty="0" err="1" smtClean="0"/>
              <a:t>pp</a:t>
            </a:r>
            <a:r>
              <a:rPr lang="tr-TR" b="1" u="sng" dirty="0" smtClean="0"/>
              <a:t>-&gt; </a:t>
            </a:r>
            <a:r>
              <a:rPr lang="tr-TR" b="1" u="sng" dirty="0" err="1" smtClean="0"/>
              <a:t>res</a:t>
            </a:r>
            <a:r>
              <a:rPr lang="tr-TR" b="1" u="sng" dirty="0" smtClean="0"/>
              <a:t>-&gt; </a:t>
            </a:r>
            <a:r>
              <a:rPr lang="tr-TR" b="1" u="sng" dirty="0" err="1" smtClean="0"/>
              <a:t>layout</a:t>
            </a:r>
            <a:r>
              <a:rPr lang="tr-TR" b="1" u="sng" dirty="0" smtClean="0"/>
              <a:t>-&gt; activity_main.xml yolu izlenerek activity_main.xml dosyasına ulaşılabilir. Bu dosya oldukça önemlidir. Uygulamanın önyüz(</a:t>
            </a:r>
            <a:r>
              <a:rPr lang="tr-TR" b="1" u="sng" dirty="0" err="1" smtClean="0"/>
              <a:t>frontend</a:t>
            </a:r>
            <a:r>
              <a:rPr lang="tr-TR" b="1" u="sng" dirty="0" smtClean="0"/>
              <a:t>) tasarımının yapılabildiği kısımdır.</a:t>
            </a:r>
            <a:endParaRPr lang="tr-TR" b="1" u="sng" dirty="0"/>
          </a:p>
        </p:txBody>
      </p:sp>
    </p:spTree>
    <p:extLst>
      <p:ext uri="{BB962C8B-B14F-4D97-AF65-F5344CB8AC3E}">
        <p14:creationId xmlns:p14="http://schemas.microsoft.com/office/powerpoint/2010/main" val="2285251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2022275" y="2249488"/>
            <a:ext cx="8147449" cy="4324350"/>
          </a:xfrm>
          <a:prstGeom prst="rect">
            <a:avLst/>
          </a:prstGeom>
        </p:spPr>
      </p:pic>
    </p:spTree>
    <p:extLst>
      <p:ext uri="{BB962C8B-B14F-4D97-AF65-F5344CB8AC3E}">
        <p14:creationId xmlns:p14="http://schemas.microsoft.com/office/powerpoint/2010/main" val="14920328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app</a:t>
            </a:r>
            <a:r>
              <a:rPr lang="tr-TR" dirty="0" smtClean="0"/>
              <a:t>-&gt; </a:t>
            </a:r>
            <a:r>
              <a:rPr lang="tr-TR" dirty="0" err="1" smtClean="0"/>
              <a:t>res</a:t>
            </a:r>
            <a:r>
              <a:rPr lang="tr-TR" dirty="0" smtClean="0"/>
              <a:t>-&gt; </a:t>
            </a:r>
            <a:r>
              <a:rPr lang="tr-TR" dirty="0" err="1" smtClean="0"/>
              <a:t>mipmap</a:t>
            </a:r>
            <a:r>
              <a:rPr lang="tr-TR" dirty="0" smtClean="0"/>
              <a:t> klasörü uygulamanın ikonu ile ilgili(farklı çözünürlüklerde nasıl görüneceği vb.) özellikleri içerir.</a:t>
            </a:r>
          </a:p>
          <a:p>
            <a:pPr algn="just"/>
            <a:r>
              <a:rPr lang="tr-TR" dirty="0" err="1"/>
              <a:t>a</a:t>
            </a:r>
            <a:r>
              <a:rPr lang="tr-TR" dirty="0" err="1" smtClean="0"/>
              <a:t>pp</a:t>
            </a:r>
            <a:r>
              <a:rPr lang="tr-TR" dirty="0" smtClean="0"/>
              <a:t>-&gt; </a:t>
            </a:r>
            <a:r>
              <a:rPr lang="tr-TR" dirty="0" err="1" smtClean="0"/>
              <a:t>res</a:t>
            </a:r>
            <a:r>
              <a:rPr lang="tr-TR" dirty="0" smtClean="0"/>
              <a:t>-&gt; </a:t>
            </a:r>
            <a:r>
              <a:rPr lang="tr-TR" dirty="0" err="1" smtClean="0"/>
              <a:t>values</a:t>
            </a:r>
            <a:r>
              <a:rPr lang="tr-TR" dirty="0" smtClean="0"/>
              <a:t> klasörü uygulamada kullanılacak temaları ve genel </a:t>
            </a:r>
            <a:r>
              <a:rPr lang="tr-TR" dirty="0" err="1" smtClean="0"/>
              <a:t>xml</a:t>
            </a:r>
            <a:r>
              <a:rPr lang="tr-TR" dirty="0" smtClean="0"/>
              <a:t> kodlarını içerir. Örneğin </a:t>
            </a:r>
            <a:r>
              <a:rPr lang="tr-TR" dirty="0" err="1" smtClean="0"/>
              <a:t>app</a:t>
            </a:r>
            <a:r>
              <a:rPr lang="tr-TR" dirty="0" smtClean="0"/>
              <a:t>-&gt;</a:t>
            </a:r>
            <a:r>
              <a:rPr lang="tr-TR" dirty="0" err="1" smtClean="0"/>
              <a:t>res</a:t>
            </a:r>
            <a:r>
              <a:rPr lang="tr-TR" dirty="0" smtClean="0"/>
              <a:t>-&gt;</a:t>
            </a:r>
            <a:r>
              <a:rPr lang="tr-TR" dirty="0" err="1" smtClean="0"/>
              <a:t>values</a:t>
            </a:r>
            <a:r>
              <a:rPr lang="tr-TR" dirty="0" smtClean="0"/>
              <a:t>-&gt;colors.xml kodunda </a:t>
            </a:r>
            <a:r>
              <a:rPr lang="tr-TR" dirty="0" err="1" smtClean="0"/>
              <a:t>xml</a:t>
            </a:r>
            <a:r>
              <a:rPr lang="tr-TR" dirty="0" smtClean="0"/>
              <a:t> ile aşağıdaki gibi bir kod kullanılarak </a:t>
            </a:r>
            <a:r>
              <a:rPr lang="tr-TR" dirty="0" err="1" smtClean="0"/>
              <a:t>ozelRenk</a:t>
            </a:r>
            <a:r>
              <a:rPr lang="tr-TR" dirty="0" smtClean="0"/>
              <a:t> </a:t>
            </a:r>
            <a:r>
              <a:rPr lang="tr-TR" dirty="0" err="1" smtClean="0"/>
              <a:t>adinda</a:t>
            </a:r>
            <a:r>
              <a:rPr lang="tr-TR" dirty="0" smtClean="0"/>
              <a:t> bir renk tanımlanarak uygulamanın diğer kısımlarında kullanılabilir.</a:t>
            </a:r>
          </a:p>
          <a:p>
            <a:pPr marL="109728" indent="0" algn="just">
              <a:buNone/>
            </a:pPr>
            <a:endParaRPr lang="tr-TR" dirty="0"/>
          </a:p>
        </p:txBody>
      </p:sp>
      <p:sp>
        <p:nvSpPr>
          <p:cNvPr id="4" name="Rectangle 1"/>
          <p:cNvSpPr>
            <a:spLocks noChangeArrowheads="1"/>
          </p:cNvSpPr>
          <p:nvPr/>
        </p:nvSpPr>
        <p:spPr bwMode="auto">
          <a:xfrm>
            <a:off x="3773890" y="5497318"/>
            <a:ext cx="4644220" cy="1077218"/>
          </a:xfrm>
          <a:prstGeom prst="rect">
            <a:avLst/>
          </a:prstGeom>
          <a:solidFill>
            <a:srgbClr val="1E1F2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tr-TR" altLang="tr-TR" sz="1600" b="0" i="0" u="none" strike="noStrike" cap="none" normalizeH="0" baseline="0" dirty="0" smtClean="0">
                <a:ln>
                  <a:noFill/>
                </a:ln>
                <a:solidFill>
                  <a:srgbClr val="D5B778"/>
                </a:solidFill>
                <a:effectLst/>
                <a:latin typeface="JetBrains Mono"/>
              </a:rPr>
              <a:t>&lt;?</a:t>
            </a:r>
            <a:r>
              <a:rPr kumimoji="0" lang="tr-TR" altLang="tr-TR" sz="1600" b="0" i="0" u="none" strike="noStrike" cap="none" normalizeH="0" baseline="0" dirty="0" err="1" smtClean="0">
                <a:ln>
                  <a:noFill/>
                </a:ln>
                <a:solidFill>
                  <a:srgbClr val="BCBEC4"/>
                </a:solidFill>
                <a:effectLst/>
                <a:latin typeface="JetBrains Mono"/>
              </a:rPr>
              <a:t>xml</a:t>
            </a:r>
            <a:r>
              <a:rPr kumimoji="0" lang="tr-TR" altLang="tr-TR" sz="1600" b="0" i="0" u="none" strike="noStrike" cap="none" normalizeH="0" baseline="0" dirty="0" smtClean="0">
                <a:ln>
                  <a:noFill/>
                </a:ln>
                <a:solidFill>
                  <a:srgbClr val="BCBEC4"/>
                </a:solidFill>
                <a:effectLst/>
                <a:latin typeface="JetBrains Mono"/>
              </a:rPr>
              <a:t> </a:t>
            </a:r>
            <a:r>
              <a:rPr kumimoji="0" lang="tr-TR" altLang="tr-TR" sz="1600" b="0" i="0" u="none" strike="noStrike" cap="none" normalizeH="0" baseline="0" dirty="0" err="1" smtClean="0">
                <a:ln>
                  <a:noFill/>
                </a:ln>
                <a:solidFill>
                  <a:srgbClr val="BCBEC4"/>
                </a:solidFill>
                <a:effectLst/>
                <a:latin typeface="JetBrains Mono"/>
              </a:rPr>
              <a:t>version</a:t>
            </a:r>
            <a:r>
              <a:rPr kumimoji="0" lang="tr-TR" altLang="tr-TR" sz="1600" b="0" i="0" u="none" strike="noStrike" cap="none" normalizeH="0" baseline="0" dirty="0" smtClean="0">
                <a:ln>
                  <a:noFill/>
                </a:ln>
                <a:solidFill>
                  <a:srgbClr val="6AAB73"/>
                </a:solidFill>
                <a:effectLst/>
                <a:latin typeface="JetBrains Mono"/>
              </a:rPr>
              <a:t>="1.0" </a:t>
            </a:r>
            <a:r>
              <a:rPr kumimoji="0" lang="tr-TR" altLang="tr-TR" sz="1600" b="0" i="0" u="none" strike="noStrike" cap="none" normalizeH="0" baseline="0" dirty="0" err="1" smtClean="0">
                <a:ln>
                  <a:noFill/>
                </a:ln>
                <a:solidFill>
                  <a:srgbClr val="BCBEC4"/>
                </a:solidFill>
                <a:effectLst/>
                <a:latin typeface="JetBrains Mono"/>
              </a:rPr>
              <a:t>encoding</a:t>
            </a:r>
            <a:r>
              <a:rPr kumimoji="0" lang="tr-TR" altLang="tr-TR" sz="1600" b="0" i="0" u="none" strike="noStrike" cap="none" normalizeH="0" baseline="0" dirty="0" smtClean="0">
                <a:ln>
                  <a:noFill/>
                </a:ln>
                <a:solidFill>
                  <a:srgbClr val="6AAB73"/>
                </a:solidFill>
                <a:effectLst/>
                <a:latin typeface="JetBrains Mono"/>
              </a:rPr>
              <a:t>="utf-8"</a:t>
            </a:r>
            <a:r>
              <a:rPr kumimoji="0" lang="tr-TR" altLang="tr-TR" sz="1600" b="0" i="0" u="none" strike="noStrike" cap="none" normalizeH="0" baseline="0" dirty="0" smtClean="0">
                <a:ln>
                  <a:noFill/>
                </a:ln>
                <a:solidFill>
                  <a:srgbClr val="D5B778"/>
                </a:solidFill>
                <a:effectLst/>
                <a:latin typeface="JetBrains Mono"/>
              </a:rPr>
              <a:t>?&gt;</a:t>
            </a:r>
            <a:br>
              <a:rPr kumimoji="0" lang="tr-TR" altLang="tr-TR" sz="1600" b="0" i="0" u="none" strike="noStrike" cap="none" normalizeH="0" baseline="0" dirty="0" smtClean="0">
                <a:ln>
                  <a:noFill/>
                </a:ln>
                <a:solidFill>
                  <a:srgbClr val="D5B778"/>
                </a:solidFill>
                <a:effectLst/>
                <a:latin typeface="JetBrains Mono"/>
              </a:rPr>
            </a:br>
            <a:r>
              <a:rPr kumimoji="0" lang="tr-TR" altLang="tr-TR" sz="1600" b="0" i="0" u="none" strike="noStrike" cap="none" normalizeH="0" baseline="0" dirty="0" smtClean="0">
                <a:ln>
                  <a:noFill/>
                </a:ln>
                <a:solidFill>
                  <a:srgbClr val="D5B778"/>
                </a:solidFill>
                <a:effectLst/>
                <a:latin typeface="JetBrains Mono"/>
              </a:rPr>
              <a:t>&lt;</a:t>
            </a:r>
            <a:r>
              <a:rPr kumimoji="0" lang="tr-TR" altLang="tr-TR" sz="1600" b="0" i="0" u="none" strike="noStrike" cap="none" normalizeH="0" baseline="0" dirty="0" err="1" smtClean="0">
                <a:ln>
                  <a:noFill/>
                </a:ln>
                <a:solidFill>
                  <a:srgbClr val="D5B778"/>
                </a:solidFill>
                <a:effectLst/>
                <a:latin typeface="JetBrains Mono"/>
              </a:rPr>
              <a:t>resources</a:t>
            </a:r>
            <a:r>
              <a:rPr kumimoji="0" lang="tr-TR" altLang="tr-TR" sz="1600" b="0" i="0" u="none" strike="noStrike" cap="none" normalizeH="0" baseline="0" dirty="0" smtClean="0">
                <a:ln>
                  <a:noFill/>
                </a:ln>
                <a:solidFill>
                  <a:srgbClr val="D5B778"/>
                </a:solidFill>
                <a:effectLst/>
                <a:latin typeface="JetBrains Mono"/>
              </a:rPr>
              <a:t>&gt;</a:t>
            </a:r>
            <a:br>
              <a:rPr kumimoji="0" lang="tr-TR" altLang="tr-TR" sz="1600" b="0" i="0" u="none" strike="noStrike" cap="none" normalizeH="0" baseline="0" dirty="0" smtClean="0">
                <a:ln>
                  <a:noFill/>
                </a:ln>
                <a:solidFill>
                  <a:srgbClr val="D5B778"/>
                </a:solidFill>
                <a:effectLst/>
                <a:latin typeface="JetBrains Mono"/>
              </a:rPr>
            </a:br>
            <a:r>
              <a:rPr kumimoji="0" lang="tr-TR" altLang="tr-TR" sz="1600" b="0" i="0" u="none" strike="noStrike" cap="none" normalizeH="0" baseline="0" dirty="0" smtClean="0">
                <a:ln>
                  <a:noFill/>
                </a:ln>
                <a:solidFill>
                  <a:srgbClr val="D5B778"/>
                </a:solidFill>
                <a:effectLst/>
                <a:latin typeface="JetBrains Mono"/>
              </a:rPr>
              <a:t>    &lt;</a:t>
            </a:r>
            <a:r>
              <a:rPr kumimoji="0" lang="tr-TR" altLang="tr-TR" sz="1600" b="0" i="0" u="none" strike="noStrike" cap="none" normalizeH="0" baseline="0" dirty="0" err="1" smtClean="0">
                <a:ln>
                  <a:noFill/>
                </a:ln>
                <a:solidFill>
                  <a:srgbClr val="D5B778"/>
                </a:solidFill>
                <a:effectLst/>
                <a:latin typeface="JetBrains Mono"/>
              </a:rPr>
              <a:t>color</a:t>
            </a:r>
            <a:r>
              <a:rPr kumimoji="0" lang="tr-TR" altLang="tr-TR" sz="1600" b="0" i="0" u="none" strike="noStrike" cap="none" normalizeH="0" baseline="0" dirty="0" smtClean="0">
                <a:ln>
                  <a:noFill/>
                </a:ln>
                <a:solidFill>
                  <a:srgbClr val="D5B778"/>
                </a:solidFill>
                <a:effectLst/>
                <a:latin typeface="JetBrains Mono"/>
              </a:rPr>
              <a:t> </a:t>
            </a:r>
            <a:r>
              <a:rPr kumimoji="0" lang="tr-TR" altLang="tr-TR" sz="1600" b="0" i="0" u="none" strike="noStrike" cap="none" normalizeH="0" baseline="0" dirty="0" smtClean="0">
                <a:ln>
                  <a:noFill/>
                </a:ln>
                <a:solidFill>
                  <a:srgbClr val="BCBEC4"/>
                </a:solidFill>
                <a:effectLst/>
                <a:latin typeface="JetBrains Mono"/>
              </a:rPr>
              <a:t>name</a:t>
            </a:r>
            <a:r>
              <a:rPr kumimoji="0" lang="tr-TR" altLang="tr-TR" sz="1600" b="0" i="0" u="none" strike="noStrike" cap="none" normalizeH="0" baseline="0" dirty="0" smtClean="0">
                <a:ln>
                  <a:noFill/>
                </a:ln>
                <a:solidFill>
                  <a:srgbClr val="6AAB73"/>
                </a:solidFill>
                <a:effectLst/>
                <a:latin typeface="JetBrains Mono"/>
              </a:rPr>
              <a:t>="</a:t>
            </a:r>
            <a:r>
              <a:rPr kumimoji="0" lang="tr-TR" altLang="tr-TR" sz="1600" b="0" i="0" u="none" strike="noStrike" cap="none" normalizeH="0" baseline="0" dirty="0" err="1" smtClean="0">
                <a:ln>
                  <a:noFill/>
                </a:ln>
                <a:solidFill>
                  <a:srgbClr val="6AAB73"/>
                </a:solidFill>
                <a:effectLst/>
                <a:latin typeface="JetBrains Mono"/>
              </a:rPr>
              <a:t>ozelRenk</a:t>
            </a:r>
            <a:r>
              <a:rPr kumimoji="0" lang="tr-TR" altLang="tr-TR" sz="1600" b="0" i="0" u="none" strike="noStrike" cap="none" normalizeH="0" baseline="0" dirty="0" smtClean="0">
                <a:ln>
                  <a:noFill/>
                </a:ln>
                <a:solidFill>
                  <a:srgbClr val="6AAB73"/>
                </a:solidFill>
                <a:effectLst/>
                <a:latin typeface="JetBrains Mono"/>
              </a:rPr>
              <a:t>"</a:t>
            </a:r>
            <a:r>
              <a:rPr kumimoji="0" lang="tr-TR" altLang="tr-TR" sz="1600" b="0" i="0" u="none" strike="noStrike" cap="none" normalizeH="0" baseline="0" dirty="0" smtClean="0">
                <a:ln>
                  <a:noFill/>
                </a:ln>
                <a:solidFill>
                  <a:srgbClr val="D5B778"/>
                </a:solidFill>
                <a:effectLst/>
                <a:latin typeface="JetBrains Mono"/>
              </a:rPr>
              <a:t>&gt;</a:t>
            </a:r>
            <a:r>
              <a:rPr kumimoji="0" lang="tr-TR" altLang="tr-TR" sz="1600" b="0" i="0" u="none" strike="noStrike" cap="none" normalizeH="0" baseline="0" dirty="0" smtClean="0">
                <a:ln>
                  <a:noFill/>
                </a:ln>
                <a:solidFill>
                  <a:srgbClr val="BCBEC4"/>
                </a:solidFill>
                <a:effectLst/>
                <a:latin typeface="JetBrains Mono"/>
              </a:rPr>
              <a:t>#FFFFFFFF</a:t>
            </a:r>
            <a:r>
              <a:rPr kumimoji="0" lang="tr-TR" altLang="tr-TR" sz="1600" b="0" i="0" u="none" strike="noStrike" cap="none" normalizeH="0" baseline="0" dirty="0" smtClean="0">
                <a:ln>
                  <a:noFill/>
                </a:ln>
                <a:solidFill>
                  <a:srgbClr val="D5B778"/>
                </a:solidFill>
                <a:effectLst/>
                <a:latin typeface="JetBrains Mono"/>
              </a:rPr>
              <a:t>&lt;/</a:t>
            </a:r>
            <a:r>
              <a:rPr kumimoji="0" lang="tr-TR" altLang="tr-TR" sz="1600" b="0" i="0" u="none" strike="noStrike" cap="none" normalizeH="0" baseline="0" dirty="0" err="1" smtClean="0">
                <a:ln>
                  <a:noFill/>
                </a:ln>
                <a:solidFill>
                  <a:srgbClr val="D5B778"/>
                </a:solidFill>
                <a:effectLst/>
                <a:latin typeface="JetBrains Mono"/>
              </a:rPr>
              <a:t>color</a:t>
            </a:r>
            <a:r>
              <a:rPr kumimoji="0" lang="tr-TR" altLang="tr-TR" sz="1600" b="0" i="0" u="none" strike="noStrike" cap="none" normalizeH="0" baseline="0" dirty="0" smtClean="0">
                <a:ln>
                  <a:noFill/>
                </a:ln>
                <a:solidFill>
                  <a:srgbClr val="D5B778"/>
                </a:solidFill>
                <a:effectLst/>
                <a:latin typeface="JetBrains Mono"/>
              </a:rPr>
              <a:t>&gt;</a:t>
            </a:r>
            <a:br>
              <a:rPr kumimoji="0" lang="tr-TR" altLang="tr-TR" sz="1600" b="0" i="0" u="none" strike="noStrike" cap="none" normalizeH="0" baseline="0" dirty="0" smtClean="0">
                <a:ln>
                  <a:noFill/>
                </a:ln>
                <a:solidFill>
                  <a:srgbClr val="D5B778"/>
                </a:solidFill>
                <a:effectLst/>
                <a:latin typeface="JetBrains Mono"/>
              </a:rPr>
            </a:br>
            <a:r>
              <a:rPr kumimoji="0" lang="tr-TR" altLang="tr-TR" sz="1600" b="0" i="0" u="none" strike="noStrike" cap="none" normalizeH="0" baseline="0" dirty="0" smtClean="0">
                <a:ln>
                  <a:noFill/>
                </a:ln>
                <a:solidFill>
                  <a:srgbClr val="D5B778"/>
                </a:solidFill>
                <a:effectLst/>
                <a:latin typeface="JetBrains Mono"/>
              </a:rPr>
              <a:t>&lt;/</a:t>
            </a:r>
            <a:r>
              <a:rPr kumimoji="0" lang="tr-TR" altLang="tr-TR" sz="1600" b="0" i="0" u="none" strike="noStrike" cap="none" normalizeH="0" baseline="0" dirty="0" err="1" smtClean="0">
                <a:ln>
                  <a:noFill/>
                </a:ln>
                <a:solidFill>
                  <a:srgbClr val="D5B778"/>
                </a:solidFill>
                <a:effectLst/>
                <a:latin typeface="JetBrains Mono"/>
              </a:rPr>
              <a:t>resources</a:t>
            </a:r>
            <a:r>
              <a:rPr kumimoji="0" lang="tr-TR" altLang="tr-TR" sz="1600" b="0" i="0" u="none" strike="noStrike" cap="none" normalizeH="0" baseline="0" dirty="0" smtClean="0">
                <a:ln>
                  <a:noFill/>
                </a:ln>
                <a:solidFill>
                  <a:srgbClr val="D5B778"/>
                </a:solidFill>
                <a:effectLst/>
                <a:latin typeface="JetBrains Mono"/>
              </a:rPr>
              <a:t>&gt;</a:t>
            </a:r>
            <a:endParaRPr kumimoji="0" lang="tr-TR" altLang="tr-TR" sz="1600"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229441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5" name="İçerik Yer Tutucusu 4"/>
          <p:cNvPicPr>
            <a:picLocks noGrp="1" noChangeAspect="1"/>
          </p:cNvPicPr>
          <p:nvPr>
            <p:ph idx="1"/>
          </p:nvPr>
        </p:nvPicPr>
        <p:blipFill>
          <a:blip r:embed="rId3"/>
          <a:stretch>
            <a:fillRect/>
          </a:stretch>
        </p:blipFill>
        <p:spPr>
          <a:xfrm>
            <a:off x="2018270" y="2249488"/>
            <a:ext cx="8155460" cy="4324350"/>
          </a:xfrm>
          <a:prstGeom prst="rect">
            <a:avLst/>
          </a:prstGeom>
        </p:spPr>
      </p:pic>
    </p:spTree>
    <p:extLst>
      <p:ext uri="{BB962C8B-B14F-4D97-AF65-F5344CB8AC3E}">
        <p14:creationId xmlns:p14="http://schemas.microsoft.com/office/powerpoint/2010/main" val="1745212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app</a:t>
            </a:r>
            <a:r>
              <a:rPr lang="tr-TR" dirty="0" smtClean="0"/>
              <a:t>-&gt; </a:t>
            </a:r>
            <a:r>
              <a:rPr lang="tr-TR" dirty="0" err="1" smtClean="0"/>
              <a:t>res</a:t>
            </a:r>
            <a:r>
              <a:rPr lang="tr-TR" dirty="0" smtClean="0"/>
              <a:t>-&gt; </a:t>
            </a:r>
            <a:r>
              <a:rPr lang="tr-TR" dirty="0" err="1" smtClean="0"/>
              <a:t>xml</a:t>
            </a:r>
            <a:r>
              <a:rPr lang="tr-TR" dirty="0" smtClean="0"/>
              <a:t> klasörü </a:t>
            </a:r>
            <a:r>
              <a:rPr lang="tr-TR" dirty="0" err="1" smtClean="0"/>
              <a:t>xml</a:t>
            </a:r>
            <a:r>
              <a:rPr lang="tr-TR" dirty="0" smtClean="0"/>
              <a:t> ile ilgili ek olarak kullanılması gereken(</a:t>
            </a:r>
            <a:r>
              <a:rPr lang="tr-TR" dirty="0" err="1" smtClean="0"/>
              <a:t>api</a:t>
            </a:r>
            <a:r>
              <a:rPr lang="tr-TR" dirty="0" smtClean="0"/>
              <a:t> vb. gibi) dosyaları içeren kısımdır.</a:t>
            </a:r>
          </a:p>
          <a:p>
            <a:pPr marL="109728" indent="0" algn="just">
              <a:buNone/>
            </a:pPr>
            <a:endParaRPr lang="tr-TR" dirty="0"/>
          </a:p>
        </p:txBody>
      </p:sp>
    </p:spTree>
    <p:extLst>
      <p:ext uri="{BB962C8B-B14F-4D97-AF65-F5344CB8AC3E}">
        <p14:creationId xmlns:p14="http://schemas.microsoft.com/office/powerpoint/2010/main" val="33027645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2022275" y="2249488"/>
            <a:ext cx="8147449" cy="4324350"/>
          </a:xfrm>
          <a:prstGeom prst="rect">
            <a:avLst/>
          </a:prstGeom>
        </p:spPr>
      </p:pic>
    </p:spTree>
    <p:extLst>
      <p:ext uri="{BB962C8B-B14F-4D97-AF65-F5344CB8AC3E}">
        <p14:creationId xmlns:p14="http://schemas.microsoft.com/office/powerpoint/2010/main" val="35764067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lnSpcReduction="10000"/>
          </a:bodyPr>
          <a:lstStyle/>
          <a:p>
            <a:pPr algn="just"/>
            <a:r>
              <a:rPr lang="tr-TR" dirty="0" smtClean="0"/>
              <a:t>1: Uygulamada kullanılabilecek hazır </a:t>
            </a:r>
            <a:r>
              <a:rPr lang="tr-TR" dirty="0" err="1" smtClean="0"/>
              <a:t>toolların</a:t>
            </a:r>
            <a:r>
              <a:rPr lang="tr-TR" dirty="0" smtClean="0"/>
              <a:t>(araçların) bulunduğu kısımdır. Buradan </a:t>
            </a:r>
            <a:r>
              <a:rPr lang="tr-TR" dirty="0" err="1" smtClean="0"/>
              <a:t>TextView</a:t>
            </a:r>
            <a:r>
              <a:rPr lang="tr-TR" dirty="0" smtClean="0"/>
              <a:t>, </a:t>
            </a:r>
            <a:r>
              <a:rPr lang="tr-TR" dirty="0" err="1" smtClean="0"/>
              <a:t>Button</a:t>
            </a:r>
            <a:r>
              <a:rPr lang="tr-TR" dirty="0" smtClean="0"/>
              <a:t> vb. sürüklenip bırakılarak uygulamaya eklenebilir.</a:t>
            </a:r>
          </a:p>
          <a:p>
            <a:pPr algn="just"/>
            <a:r>
              <a:rPr lang="tr-TR" dirty="0" smtClean="0"/>
              <a:t>2: Uygulamanın ağaç yapısını gösteren kısımdır. Bazı durumlarda bazı bileşenler iç içe geçebilir. Örneğin bir </a:t>
            </a:r>
            <a:r>
              <a:rPr lang="tr-TR" dirty="0" err="1" smtClean="0"/>
              <a:t>Container</a:t>
            </a:r>
            <a:r>
              <a:rPr lang="tr-TR" dirty="0" smtClean="0"/>
              <a:t> içinde </a:t>
            </a:r>
            <a:r>
              <a:rPr lang="tr-TR" dirty="0" err="1" smtClean="0"/>
              <a:t>TextView</a:t>
            </a:r>
            <a:r>
              <a:rPr lang="tr-TR" dirty="0" smtClean="0"/>
              <a:t> bulunabilir.</a:t>
            </a:r>
          </a:p>
          <a:p>
            <a:pPr algn="just"/>
            <a:r>
              <a:rPr lang="tr-TR" dirty="0" smtClean="0"/>
              <a:t>3: Uygulamanın telefonda nasıl görüneceğinin </a:t>
            </a:r>
            <a:r>
              <a:rPr lang="tr-TR" dirty="0" err="1" smtClean="0"/>
              <a:t>önizlemesinin</a:t>
            </a:r>
            <a:r>
              <a:rPr lang="tr-TR" dirty="0" smtClean="0"/>
              <a:t> yapıldığı kısımdır.</a:t>
            </a:r>
          </a:p>
          <a:p>
            <a:pPr algn="just"/>
            <a:r>
              <a:rPr lang="tr-TR" dirty="0" smtClean="0"/>
              <a:t>4: Uygulamanın </a:t>
            </a:r>
            <a:r>
              <a:rPr lang="tr-TR" dirty="0" err="1" smtClean="0"/>
              <a:t>blueprintini</a:t>
            </a:r>
            <a:r>
              <a:rPr lang="tr-TR" dirty="0" smtClean="0"/>
              <a:t> gösterir. Yani </a:t>
            </a:r>
            <a:r>
              <a:rPr lang="tr-TR" dirty="0" err="1" smtClean="0"/>
              <a:t>herbir</a:t>
            </a:r>
            <a:r>
              <a:rPr lang="tr-TR" dirty="0" smtClean="0"/>
              <a:t> bileşen ekranda ne kadar yer kaplar, bileşenlerin kenarlara uzaklığı gibi.</a:t>
            </a:r>
          </a:p>
          <a:p>
            <a:pPr marL="109728" indent="0" algn="just">
              <a:buNone/>
            </a:pPr>
            <a:endParaRPr lang="tr-TR" dirty="0"/>
          </a:p>
        </p:txBody>
      </p:sp>
    </p:spTree>
    <p:extLst>
      <p:ext uri="{BB962C8B-B14F-4D97-AF65-F5344CB8AC3E}">
        <p14:creationId xmlns:p14="http://schemas.microsoft.com/office/powerpoint/2010/main" val="29981467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5: Eklenen </a:t>
            </a:r>
            <a:r>
              <a:rPr lang="tr-TR" dirty="0" err="1" smtClean="0"/>
              <a:t>tool</a:t>
            </a:r>
            <a:r>
              <a:rPr lang="tr-TR" dirty="0" smtClean="0"/>
              <a:t> için </a:t>
            </a:r>
            <a:r>
              <a:rPr lang="tr-TR" dirty="0" err="1" smtClean="0"/>
              <a:t>attribute</a:t>
            </a:r>
            <a:r>
              <a:rPr lang="tr-TR" dirty="0" smtClean="0"/>
              <a:t>(özellik) gösterildiği kısımdır. Örneğin bir </a:t>
            </a:r>
            <a:r>
              <a:rPr lang="tr-TR" dirty="0" err="1" smtClean="0"/>
              <a:t>TextView</a:t>
            </a:r>
            <a:r>
              <a:rPr lang="tr-TR" dirty="0" smtClean="0"/>
              <a:t> eklendiği zaman bunun rengi, fontu gibi pek çok özelliği buradan kontrol edilir.</a:t>
            </a:r>
          </a:p>
          <a:p>
            <a:pPr algn="just"/>
            <a:r>
              <a:rPr lang="tr-TR" dirty="0" smtClean="0"/>
              <a:t>6: Buradaki butonlar sırasıyla soldan sağa, tasarımın sadece </a:t>
            </a:r>
            <a:r>
              <a:rPr lang="tr-TR" dirty="0" err="1" smtClean="0"/>
              <a:t>xml</a:t>
            </a:r>
            <a:r>
              <a:rPr lang="tr-TR" dirty="0" smtClean="0"/>
              <a:t> kodunu görmeyi, </a:t>
            </a:r>
            <a:r>
              <a:rPr lang="tr-TR" dirty="0" err="1" smtClean="0"/>
              <a:t>xml</a:t>
            </a:r>
            <a:r>
              <a:rPr lang="tr-TR" dirty="0" smtClean="0"/>
              <a:t> kodunu ve tasarımın kendisini görmeyi, sadece tasarımı görmeyi sağlar.</a:t>
            </a:r>
          </a:p>
          <a:p>
            <a:pPr marL="109728" indent="0" algn="just">
              <a:buNone/>
            </a:pPr>
            <a:endParaRPr lang="tr-TR" dirty="0"/>
          </a:p>
        </p:txBody>
      </p:sp>
    </p:spTree>
    <p:extLst>
      <p:ext uri="{BB962C8B-B14F-4D97-AF65-F5344CB8AC3E}">
        <p14:creationId xmlns:p14="http://schemas.microsoft.com/office/powerpoint/2010/main" val="960133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7: Buradaki butonlar sırasıyla soldan sağa, dizaynın ve </a:t>
            </a:r>
            <a:r>
              <a:rPr lang="tr-TR" dirty="0" err="1" smtClean="0"/>
              <a:t>blueprinten</a:t>
            </a:r>
            <a:r>
              <a:rPr lang="tr-TR" dirty="0" smtClean="0"/>
              <a:t> hangisinin gösterileceği, uygulamanın </a:t>
            </a:r>
            <a:r>
              <a:rPr lang="tr-TR" dirty="0" err="1" smtClean="0"/>
              <a:t>yataymı</a:t>
            </a:r>
            <a:r>
              <a:rPr lang="tr-TR" dirty="0" smtClean="0"/>
              <a:t> </a:t>
            </a:r>
            <a:r>
              <a:rPr lang="tr-TR" dirty="0" err="1" smtClean="0"/>
              <a:t>dikeymi</a:t>
            </a:r>
            <a:r>
              <a:rPr lang="tr-TR" dirty="0" smtClean="0"/>
              <a:t> görüneceği, gece </a:t>
            </a:r>
            <a:r>
              <a:rPr lang="tr-TR" dirty="0" err="1" smtClean="0"/>
              <a:t>modu</a:t>
            </a:r>
            <a:r>
              <a:rPr lang="tr-TR" dirty="0" smtClean="0"/>
              <a:t> ve gündüz </a:t>
            </a:r>
            <a:r>
              <a:rPr lang="tr-TR" dirty="0" err="1" smtClean="0"/>
              <a:t>modu</a:t>
            </a:r>
            <a:r>
              <a:rPr lang="tr-TR" dirty="0" smtClean="0"/>
              <a:t> için geçiş, farklı piksel değerlerine sahip cihazlarda uygulamanın nasıl görüneceği, </a:t>
            </a:r>
            <a:r>
              <a:rPr lang="tr-TR" dirty="0" err="1" smtClean="0"/>
              <a:t>api</a:t>
            </a:r>
            <a:r>
              <a:rPr lang="tr-TR" dirty="0" smtClean="0"/>
              <a:t> sürümü, kullanılan tema, dil ayarlamalarını gösterir.</a:t>
            </a:r>
          </a:p>
          <a:p>
            <a:pPr algn="just"/>
            <a:r>
              <a:rPr lang="tr-TR" dirty="0" smtClean="0"/>
              <a:t>8: Buradaki ilk buton uygulamanın nasıl gösterileceği(uygulama açıldığında üstte saat vb. ikonlar olursa nasıl görüneceği gibi) gösterir. Diğer butonlar ise sabitleme ile alakalıdır ve bileşenleri sabitlemeyi ve konumlandırmayı sağlar.</a:t>
            </a:r>
          </a:p>
          <a:p>
            <a:pPr marL="109728" indent="0" algn="just">
              <a:buNone/>
            </a:pPr>
            <a:endParaRPr lang="tr-TR" dirty="0"/>
          </a:p>
        </p:txBody>
      </p:sp>
    </p:spTree>
    <p:extLst>
      <p:ext uri="{BB962C8B-B14F-4D97-AF65-F5344CB8AC3E}">
        <p14:creationId xmlns:p14="http://schemas.microsoft.com/office/powerpoint/2010/main" val="3878547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a:t>a</a:t>
            </a:r>
            <a:r>
              <a:rPr lang="tr-TR" dirty="0" err="1" smtClean="0"/>
              <a:t>pp</a:t>
            </a:r>
            <a:r>
              <a:rPr lang="tr-TR" dirty="0" smtClean="0"/>
              <a:t>-&gt; </a:t>
            </a:r>
            <a:r>
              <a:rPr lang="tr-TR" dirty="0" err="1" smtClean="0"/>
              <a:t>res</a:t>
            </a:r>
            <a:r>
              <a:rPr lang="tr-TR" dirty="0" smtClean="0"/>
              <a:t>-&gt; </a:t>
            </a:r>
            <a:r>
              <a:rPr lang="tr-TR" dirty="0" err="1" smtClean="0"/>
              <a:t>layout</a:t>
            </a:r>
            <a:r>
              <a:rPr lang="tr-TR" dirty="0" smtClean="0"/>
              <a:t>-&gt; activity_main.xml çift tıklanarak açılabilir. Burada Palette sekmesinden </a:t>
            </a:r>
            <a:r>
              <a:rPr lang="tr-TR" dirty="0" err="1" smtClean="0"/>
              <a:t>Common</a:t>
            </a:r>
            <a:r>
              <a:rPr lang="tr-TR" dirty="0" smtClean="0"/>
              <a:t> altındaki </a:t>
            </a:r>
            <a:r>
              <a:rPr lang="tr-TR" b="1" u="sng" dirty="0" err="1" smtClean="0"/>
              <a:t>TextView</a:t>
            </a:r>
            <a:r>
              <a:rPr lang="tr-TR" dirty="0" smtClean="0"/>
              <a:t> seçilerek yazı, </a:t>
            </a:r>
            <a:r>
              <a:rPr lang="tr-TR" b="1" u="sng" dirty="0" err="1" smtClean="0"/>
              <a:t>Button</a:t>
            </a:r>
            <a:r>
              <a:rPr lang="tr-TR" dirty="0" smtClean="0"/>
              <a:t> seçilerek Buton ve </a:t>
            </a:r>
            <a:r>
              <a:rPr lang="tr-TR" b="1" u="sng" dirty="0" err="1" smtClean="0"/>
              <a:t>ImageView</a:t>
            </a:r>
            <a:r>
              <a:rPr lang="tr-TR" dirty="0" smtClean="0"/>
              <a:t> seçilerek resim eklenebilir.</a:t>
            </a:r>
          </a:p>
          <a:p>
            <a:pPr marL="109728" indent="0" algn="just">
              <a:buNone/>
            </a:pPr>
            <a:endParaRPr lang="tr-TR" dirty="0"/>
          </a:p>
        </p:txBody>
      </p:sp>
    </p:spTree>
    <p:extLst>
      <p:ext uri="{BB962C8B-B14F-4D97-AF65-F5344CB8AC3E}">
        <p14:creationId xmlns:p14="http://schemas.microsoft.com/office/powerpoint/2010/main" val="1511811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a:t>a</a:t>
            </a:r>
            <a:r>
              <a:rPr lang="tr-TR" dirty="0" err="1" smtClean="0"/>
              <a:t>pp</a:t>
            </a:r>
            <a:r>
              <a:rPr lang="tr-TR" dirty="0" smtClean="0"/>
              <a:t>-&gt; </a:t>
            </a:r>
            <a:r>
              <a:rPr lang="tr-TR" dirty="0" err="1" smtClean="0"/>
              <a:t>res</a:t>
            </a:r>
            <a:r>
              <a:rPr lang="tr-TR" dirty="0" smtClean="0"/>
              <a:t>-&gt; </a:t>
            </a:r>
            <a:r>
              <a:rPr lang="tr-TR" dirty="0" err="1" smtClean="0"/>
              <a:t>layout</a:t>
            </a:r>
            <a:r>
              <a:rPr lang="tr-TR" dirty="0" smtClean="0"/>
              <a:t>-&gt; activity_main.xml çift tıklanarak açılabilir. Burada Palette sekmesinden </a:t>
            </a:r>
            <a:r>
              <a:rPr lang="tr-TR" dirty="0" err="1" smtClean="0"/>
              <a:t>Common</a:t>
            </a:r>
            <a:r>
              <a:rPr lang="tr-TR" dirty="0" smtClean="0"/>
              <a:t> altındaki </a:t>
            </a:r>
            <a:r>
              <a:rPr lang="tr-TR" b="1" u="sng" dirty="0" err="1" smtClean="0"/>
              <a:t>TextView</a:t>
            </a:r>
            <a:r>
              <a:rPr lang="tr-TR" dirty="0" smtClean="0"/>
              <a:t> seçilerek yazı, </a:t>
            </a:r>
            <a:r>
              <a:rPr lang="tr-TR" b="1" u="sng" dirty="0" err="1" smtClean="0"/>
              <a:t>Button</a:t>
            </a:r>
            <a:r>
              <a:rPr lang="tr-TR" dirty="0" smtClean="0"/>
              <a:t> seçilerek Buton ve </a:t>
            </a:r>
            <a:r>
              <a:rPr lang="tr-TR" b="1" u="sng" dirty="0" err="1" smtClean="0"/>
              <a:t>ImageView</a:t>
            </a:r>
            <a:r>
              <a:rPr lang="tr-TR" dirty="0" smtClean="0"/>
              <a:t> seçilerek resim eklenebilir.</a:t>
            </a:r>
          </a:p>
          <a:p>
            <a:pPr algn="just"/>
            <a:r>
              <a:rPr lang="tr-TR" dirty="0" smtClean="0"/>
              <a:t>Hangi eleman seçilirse onun </a:t>
            </a:r>
            <a:r>
              <a:rPr lang="tr-TR" dirty="0" err="1" smtClean="0"/>
              <a:t>attributelarının</a:t>
            </a:r>
            <a:r>
              <a:rPr lang="tr-TR" dirty="0" smtClean="0"/>
              <a:t> görüneceği unutulmamalıdır! Yani </a:t>
            </a:r>
            <a:r>
              <a:rPr lang="tr-TR" dirty="0" err="1" smtClean="0"/>
              <a:t>TextView</a:t>
            </a:r>
            <a:r>
              <a:rPr lang="tr-TR" dirty="0" smtClean="0"/>
              <a:t> seçilirse onunla ilgili özellikler görünür.</a:t>
            </a:r>
          </a:p>
          <a:p>
            <a:pPr marL="109728" indent="0" algn="just">
              <a:buNone/>
            </a:pPr>
            <a:endParaRPr lang="tr-TR" dirty="0"/>
          </a:p>
        </p:txBody>
      </p:sp>
    </p:spTree>
    <p:extLst>
      <p:ext uri="{BB962C8B-B14F-4D97-AF65-F5344CB8AC3E}">
        <p14:creationId xmlns:p14="http://schemas.microsoft.com/office/powerpoint/2010/main" val="2730287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Aşağıdaki gibi bir tasarım yapınız.</a:t>
            </a:r>
          </a:p>
          <a:p>
            <a:pPr marL="109728" indent="0" algn="just">
              <a:buNone/>
            </a:pPr>
            <a:endParaRPr lang="tr-TR" dirty="0"/>
          </a:p>
        </p:txBody>
      </p:sp>
      <p:pic>
        <p:nvPicPr>
          <p:cNvPr id="4" name="Resim 3"/>
          <p:cNvPicPr>
            <a:picLocks noChangeAspect="1"/>
          </p:cNvPicPr>
          <p:nvPr/>
        </p:nvPicPr>
        <p:blipFill>
          <a:blip r:embed="rId3"/>
          <a:stretch>
            <a:fillRect/>
          </a:stretch>
        </p:blipFill>
        <p:spPr>
          <a:xfrm>
            <a:off x="3848844" y="2860410"/>
            <a:ext cx="4494312" cy="3714126"/>
          </a:xfrm>
          <a:prstGeom prst="rect">
            <a:avLst/>
          </a:prstGeom>
        </p:spPr>
      </p:pic>
    </p:spTree>
    <p:extLst>
      <p:ext uri="{BB962C8B-B14F-4D97-AF65-F5344CB8AC3E}">
        <p14:creationId xmlns:p14="http://schemas.microsoft.com/office/powerpoint/2010/main" val="3168104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5" name="İçerik Yer Tutucusu 4"/>
          <p:cNvPicPr>
            <a:picLocks noGrp="1" noChangeAspect="1"/>
          </p:cNvPicPr>
          <p:nvPr>
            <p:ph idx="1"/>
          </p:nvPr>
        </p:nvPicPr>
        <p:blipFill>
          <a:blip r:embed="rId3"/>
          <a:stretch>
            <a:fillRect/>
          </a:stretch>
        </p:blipFill>
        <p:spPr>
          <a:xfrm>
            <a:off x="4133863" y="2249488"/>
            <a:ext cx="3924273" cy="4324350"/>
          </a:xfrm>
          <a:prstGeom prst="rect">
            <a:avLst/>
          </a:prstGeom>
        </p:spPr>
      </p:pic>
    </p:spTree>
    <p:extLst>
      <p:ext uri="{BB962C8B-B14F-4D97-AF65-F5344CB8AC3E}">
        <p14:creationId xmlns:p14="http://schemas.microsoft.com/office/powerpoint/2010/main" val="385123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Tasarım yaparken doğru bir şekilde görüntülenen ama </a:t>
            </a:r>
            <a:r>
              <a:rPr lang="tr-TR" dirty="0" err="1" smtClean="0"/>
              <a:t>emülatörde</a:t>
            </a:r>
            <a:r>
              <a:rPr lang="tr-TR" dirty="0" smtClean="0"/>
              <a:t> her bileşenin sol üstte </a:t>
            </a:r>
            <a:r>
              <a:rPr lang="tr-TR" dirty="0" err="1" smtClean="0"/>
              <a:t>hizalı</a:t>
            </a:r>
            <a:r>
              <a:rPr lang="tr-TR" dirty="0" smtClean="0"/>
              <a:t> bir şekilde görünmesinin sebebi </a:t>
            </a:r>
            <a:r>
              <a:rPr lang="tr-TR" dirty="0" err="1" smtClean="0"/>
              <a:t>Constraints</a:t>
            </a:r>
            <a:r>
              <a:rPr lang="tr-TR" dirty="0" smtClean="0"/>
              <a:t> yapısıdır. Bu yapı bileşenlerin hizalanması için kullanılan bir </a:t>
            </a:r>
            <a:r>
              <a:rPr lang="tr-TR" dirty="0" err="1" smtClean="0"/>
              <a:t>layouttur</a:t>
            </a:r>
            <a:r>
              <a:rPr lang="tr-TR" dirty="0" smtClean="0"/>
              <a:t>. Bu problemi çözmek için farklı </a:t>
            </a:r>
            <a:r>
              <a:rPr lang="tr-TR" dirty="0" err="1" smtClean="0"/>
              <a:t>layoutlarda</a:t>
            </a:r>
            <a:r>
              <a:rPr lang="tr-TR" dirty="0" smtClean="0"/>
              <a:t> kullanılabilmesine karşın en sık kullanılanı </a:t>
            </a:r>
            <a:r>
              <a:rPr lang="tr-TR" dirty="0" err="1" smtClean="0"/>
              <a:t>Constraints</a:t>
            </a:r>
            <a:r>
              <a:rPr lang="tr-TR" dirty="0" smtClean="0"/>
              <a:t> </a:t>
            </a:r>
            <a:r>
              <a:rPr lang="tr-TR" dirty="0" err="1" smtClean="0"/>
              <a:t>Layout’tur</a:t>
            </a:r>
            <a:r>
              <a:rPr lang="tr-TR" dirty="0" smtClean="0"/>
              <a:t>. Bu problemi hızlı bir şekilde çözebilmek için ‘</a:t>
            </a:r>
            <a:r>
              <a:rPr lang="tr-TR" dirty="0" err="1" smtClean="0"/>
              <a:t>Infer</a:t>
            </a:r>
            <a:r>
              <a:rPr lang="tr-TR" dirty="0" smtClean="0"/>
              <a:t> </a:t>
            </a:r>
            <a:r>
              <a:rPr lang="tr-TR" dirty="0" err="1" smtClean="0"/>
              <a:t>Constraints</a:t>
            </a:r>
            <a:r>
              <a:rPr lang="tr-TR" dirty="0" smtClean="0"/>
              <a:t>’ butonu tıklanabilir.</a:t>
            </a:r>
          </a:p>
          <a:p>
            <a:pPr marL="109728" indent="0" algn="just">
              <a:buNone/>
            </a:pPr>
            <a:endParaRPr lang="tr-TR" dirty="0"/>
          </a:p>
        </p:txBody>
      </p:sp>
    </p:spTree>
    <p:extLst>
      <p:ext uri="{BB962C8B-B14F-4D97-AF65-F5344CB8AC3E}">
        <p14:creationId xmlns:p14="http://schemas.microsoft.com/office/powerpoint/2010/main" val="38772509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609600" y="2209800"/>
            <a:ext cx="6774261" cy="2160000"/>
          </a:xfrm>
          <a:prstGeom prst="rect">
            <a:avLst/>
          </a:prstGeom>
        </p:spPr>
      </p:pic>
      <p:pic>
        <p:nvPicPr>
          <p:cNvPr id="5" name="Resim 4"/>
          <p:cNvPicPr>
            <a:picLocks noChangeAspect="1"/>
          </p:cNvPicPr>
          <p:nvPr/>
        </p:nvPicPr>
        <p:blipFill>
          <a:blip r:embed="rId4"/>
          <a:stretch>
            <a:fillRect/>
          </a:stretch>
        </p:blipFill>
        <p:spPr>
          <a:xfrm>
            <a:off x="8933800" y="2209800"/>
            <a:ext cx="2648600" cy="3600000"/>
          </a:xfrm>
          <a:prstGeom prst="rect">
            <a:avLst/>
          </a:prstGeom>
        </p:spPr>
      </p:pic>
    </p:spTree>
    <p:extLst>
      <p:ext uri="{BB962C8B-B14F-4D97-AF65-F5344CB8AC3E}">
        <p14:creationId xmlns:p14="http://schemas.microsoft.com/office/powerpoint/2010/main" val="4044113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Pek çok durumda otomatik </a:t>
            </a:r>
            <a:r>
              <a:rPr lang="tr-TR" dirty="0" err="1" smtClean="0"/>
              <a:t>Constraint</a:t>
            </a:r>
            <a:r>
              <a:rPr lang="tr-TR" dirty="0" smtClean="0"/>
              <a:t> belirlememizi sağlayan ‘</a:t>
            </a:r>
            <a:r>
              <a:rPr lang="tr-TR" dirty="0" err="1" smtClean="0"/>
              <a:t>Infer</a:t>
            </a:r>
            <a:r>
              <a:rPr lang="tr-TR" dirty="0" smtClean="0"/>
              <a:t> </a:t>
            </a:r>
            <a:r>
              <a:rPr lang="tr-TR" dirty="0" err="1" smtClean="0"/>
              <a:t>Constraints</a:t>
            </a:r>
            <a:r>
              <a:rPr lang="tr-TR" dirty="0" smtClean="0"/>
              <a:t>’ yeterli olmaz. Bunun için elle </a:t>
            </a:r>
            <a:r>
              <a:rPr lang="tr-TR" dirty="0" err="1" smtClean="0"/>
              <a:t>constaintler</a:t>
            </a:r>
            <a:r>
              <a:rPr lang="tr-TR" dirty="0" smtClean="0"/>
              <a:t> belirlenebilir. Bu işlemden önce </a:t>
            </a:r>
            <a:r>
              <a:rPr lang="tr-TR" dirty="0" err="1" smtClean="0"/>
              <a:t>constraintler</a:t>
            </a:r>
            <a:r>
              <a:rPr lang="tr-TR" dirty="0" smtClean="0"/>
              <a:t> varsa temizlenmelidir. Bunun için ‘</a:t>
            </a:r>
            <a:r>
              <a:rPr lang="tr-TR" dirty="0" err="1" smtClean="0"/>
              <a:t>Clear</a:t>
            </a:r>
            <a:r>
              <a:rPr lang="tr-TR" dirty="0" smtClean="0"/>
              <a:t> </a:t>
            </a:r>
            <a:r>
              <a:rPr lang="tr-TR" dirty="0" err="1" smtClean="0"/>
              <a:t>All</a:t>
            </a:r>
            <a:r>
              <a:rPr lang="tr-TR" dirty="0" smtClean="0"/>
              <a:t> </a:t>
            </a:r>
            <a:r>
              <a:rPr lang="tr-TR" dirty="0" err="1" smtClean="0"/>
              <a:t>Constraints</a:t>
            </a:r>
            <a:r>
              <a:rPr lang="tr-TR" dirty="0" smtClean="0"/>
              <a:t>’ butonu kullanılabilir.</a:t>
            </a:r>
            <a:endParaRPr lang="tr-TR" dirty="0"/>
          </a:p>
        </p:txBody>
      </p:sp>
      <p:pic>
        <p:nvPicPr>
          <p:cNvPr id="4" name="Resim 3"/>
          <p:cNvPicPr>
            <a:picLocks noChangeAspect="1"/>
          </p:cNvPicPr>
          <p:nvPr/>
        </p:nvPicPr>
        <p:blipFill>
          <a:blip r:embed="rId3"/>
          <a:stretch>
            <a:fillRect/>
          </a:stretch>
        </p:blipFill>
        <p:spPr>
          <a:xfrm>
            <a:off x="2472226" y="4054536"/>
            <a:ext cx="7247548" cy="2520000"/>
          </a:xfrm>
          <a:prstGeom prst="rect">
            <a:avLst/>
          </a:prstGeom>
        </p:spPr>
      </p:pic>
    </p:spTree>
    <p:extLst>
      <p:ext uri="{BB962C8B-B14F-4D97-AF65-F5344CB8AC3E}">
        <p14:creationId xmlns:p14="http://schemas.microsoft.com/office/powerpoint/2010/main" val="7115421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Aşağıdaki görselde beyaz yuvarlak ile gösterilen kısımlar tutularak ekranın üstüne, sağına veya başka bir bileşene tıklanarak eşitlenebilir. Böylece </a:t>
            </a:r>
            <a:r>
              <a:rPr lang="tr-TR" dirty="0" err="1" smtClean="0"/>
              <a:t>constraintler</a:t>
            </a:r>
            <a:r>
              <a:rPr lang="tr-TR" dirty="0" smtClean="0"/>
              <a:t> elle belirlenmiş olur.</a:t>
            </a:r>
          </a:p>
          <a:p>
            <a:pPr marL="109728" indent="0" algn="just">
              <a:buNone/>
            </a:pPr>
            <a:endParaRPr lang="tr-TR" dirty="0"/>
          </a:p>
        </p:txBody>
      </p:sp>
      <p:pic>
        <p:nvPicPr>
          <p:cNvPr id="4" name="Resim 3"/>
          <p:cNvPicPr>
            <a:picLocks noChangeAspect="1"/>
          </p:cNvPicPr>
          <p:nvPr/>
        </p:nvPicPr>
        <p:blipFill>
          <a:blip r:embed="rId3"/>
          <a:stretch>
            <a:fillRect/>
          </a:stretch>
        </p:blipFill>
        <p:spPr>
          <a:xfrm>
            <a:off x="1016328" y="3694536"/>
            <a:ext cx="4907848" cy="2880000"/>
          </a:xfrm>
          <a:prstGeom prst="rect">
            <a:avLst/>
          </a:prstGeom>
        </p:spPr>
      </p:pic>
      <p:pic>
        <p:nvPicPr>
          <p:cNvPr id="5" name="Resim 4"/>
          <p:cNvPicPr>
            <a:picLocks noChangeAspect="1"/>
          </p:cNvPicPr>
          <p:nvPr/>
        </p:nvPicPr>
        <p:blipFill>
          <a:blip r:embed="rId4"/>
          <a:stretch>
            <a:fillRect/>
          </a:stretch>
        </p:blipFill>
        <p:spPr>
          <a:xfrm>
            <a:off x="6641950" y="3694536"/>
            <a:ext cx="4940450" cy="2880000"/>
          </a:xfrm>
          <a:prstGeom prst="rect">
            <a:avLst/>
          </a:prstGeom>
        </p:spPr>
      </p:pic>
    </p:spTree>
    <p:extLst>
      <p:ext uri="{BB962C8B-B14F-4D97-AF65-F5344CB8AC3E}">
        <p14:creationId xmlns:p14="http://schemas.microsoft.com/office/powerpoint/2010/main" val="21257994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Bu durumda </a:t>
            </a:r>
            <a:r>
              <a:rPr lang="tr-TR" dirty="0" err="1" smtClean="0"/>
              <a:t>ImageView’in</a:t>
            </a:r>
            <a:r>
              <a:rPr lang="tr-TR" dirty="0" smtClean="0"/>
              <a:t> özelliklerinde </a:t>
            </a:r>
            <a:r>
              <a:rPr lang="tr-TR" dirty="0" err="1" smtClean="0"/>
              <a:t>Constraint</a:t>
            </a:r>
            <a:r>
              <a:rPr lang="tr-TR" dirty="0" smtClean="0"/>
              <a:t> </a:t>
            </a:r>
            <a:r>
              <a:rPr lang="tr-TR" dirty="0" err="1" smtClean="0"/>
              <a:t>Widget</a:t>
            </a:r>
            <a:r>
              <a:rPr lang="tr-TR" dirty="0" smtClean="0"/>
              <a:t> kısmında sol kısım ‘0’ olarak görünür. Bu soldan 0 piksel say demektir. Bu değer 32 ile değiştirilirse soldan 32 piksel say ve resmi oraya yerleştir anlamına gelir.</a:t>
            </a:r>
          </a:p>
          <a:p>
            <a:pPr marL="109728" indent="0" algn="just">
              <a:buNone/>
            </a:pPr>
            <a:endParaRPr lang="tr-TR" dirty="0"/>
          </a:p>
        </p:txBody>
      </p:sp>
      <p:pic>
        <p:nvPicPr>
          <p:cNvPr id="7" name="Resim 6"/>
          <p:cNvPicPr>
            <a:picLocks noChangeAspect="1"/>
          </p:cNvPicPr>
          <p:nvPr/>
        </p:nvPicPr>
        <p:blipFill>
          <a:blip r:embed="rId3"/>
          <a:stretch>
            <a:fillRect/>
          </a:stretch>
        </p:blipFill>
        <p:spPr>
          <a:xfrm>
            <a:off x="2162453" y="3694536"/>
            <a:ext cx="7867093" cy="2880000"/>
          </a:xfrm>
          <a:prstGeom prst="rect">
            <a:avLst/>
          </a:prstGeom>
        </p:spPr>
      </p:pic>
    </p:spTree>
    <p:extLst>
      <p:ext uri="{BB962C8B-B14F-4D97-AF65-F5344CB8AC3E}">
        <p14:creationId xmlns:p14="http://schemas.microsoft.com/office/powerpoint/2010/main" val="3751738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Bu durum oldukça sıkıntılıdır çünkü soldan 32 piksel sayılabilir ama ekranın yatay çözünürlüğü çok yüksek ise görsel sanki solda gibi görünecektir veya görsel ortalanmak istenirse nasıl yapılabilir? Bunun çözümü için soldaki beyaz yuvarlak ekranın soluna, sağdaki beyaz yuvarlak ise ekranın sağına götürülebilir. Bu durumda özellik(</a:t>
            </a:r>
            <a:r>
              <a:rPr lang="tr-TR" dirty="0" err="1" smtClean="0"/>
              <a:t>attribute</a:t>
            </a:r>
            <a:r>
              <a:rPr lang="tr-TR" dirty="0" smtClean="0"/>
              <a:t>) kısmında </a:t>
            </a:r>
            <a:r>
              <a:rPr lang="tr-TR" dirty="0" err="1" smtClean="0"/>
              <a:t>constraint</a:t>
            </a:r>
            <a:r>
              <a:rPr lang="tr-TR" dirty="0" smtClean="0"/>
              <a:t> </a:t>
            </a:r>
            <a:r>
              <a:rPr lang="tr-TR" dirty="0" err="1" smtClean="0"/>
              <a:t>widget</a:t>
            </a:r>
            <a:r>
              <a:rPr lang="tr-TR" dirty="0" smtClean="0"/>
              <a:t> kısmında sol ve sağda ‘0’ görülecektir ama bu bir hata değil programın yapısı gereği bu şekilde olmaktadır. Dikeyde de aynısı yapılabilir ama bu durumda görselin dikeyde de ekranın ortasına geleceği unutulmamalıdır!</a:t>
            </a:r>
          </a:p>
          <a:p>
            <a:pPr marL="109728" indent="0" algn="just">
              <a:buNone/>
            </a:pPr>
            <a:endParaRPr lang="tr-TR" dirty="0"/>
          </a:p>
        </p:txBody>
      </p:sp>
    </p:spTree>
    <p:extLst>
      <p:ext uri="{BB962C8B-B14F-4D97-AF65-F5344CB8AC3E}">
        <p14:creationId xmlns:p14="http://schemas.microsoft.com/office/powerpoint/2010/main" val="1039701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609600" y="2661050"/>
            <a:ext cx="10972800" cy="3501226"/>
          </a:xfrm>
          <a:prstGeom prst="rect">
            <a:avLst/>
          </a:prstGeom>
        </p:spPr>
      </p:pic>
    </p:spTree>
    <p:extLst>
      <p:ext uri="{BB962C8B-B14F-4D97-AF65-F5344CB8AC3E}">
        <p14:creationId xmlns:p14="http://schemas.microsoft.com/office/powerpoint/2010/main" val="2871875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Bu durumda problem biraz çözülmüş gibi görünüyor; ancak 1440x900’lük çözünürlüğe sahip bir telefonda ve 240x120 çözünürlüğe sahip bir telefonda eğer resim 480x320 boyutunda ise ortalansa bile çok 1440x900’lük telefon için çok çok küçük ve 240x120’lik telefonda ise çok çok büyük görünür hatta ekrana sığmaz. Bunun için ‘</a:t>
            </a:r>
            <a:r>
              <a:rPr lang="tr-TR" dirty="0" err="1" smtClean="0"/>
              <a:t>Constraint</a:t>
            </a:r>
            <a:r>
              <a:rPr lang="tr-TR" dirty="0" smtClean="0"/>
              <a:t> </a:t>
            </a:r>
            <a:r>
              <a:rPr lang="tr-TR" dirty="0" err="1" smtClean="0"/>
              <a:t>Widget</a:t>
            </a:r>
            <a:r>
              <a:rPr lang="tr-TR" dirty="0" smtClean="0"/>
              <a:t>’ kısmında soldan ve sağdan 32(örnek olarak) piksel say geri kalan durumda resim otomatik olarak büyüsün veya küçülsün diyebiliriz. Bunun için </a:t>
            </a:r>
            <a:r>
              <a:rPr lang="tr-TR" dirty="0" err="1" smtClean="0"/>
              <a:t>ImageView</a:t>
            </a:r>
            <a:r>
              <a:rPr lang="tr-TR" dirty="0" smtClean="0"/>
              <a:t> </a:t>
            </a:r>
            <a:r>
              <a:rPr lang="tr-TR" dirty="0" err="1" smtClean="0"/>
              <a:t>attributeları</a:t>
            </a:r>
            <a:r>
              <a:rPr lang="tr-TR" dirty="0" smtClean="0"/>
              <a:t> kısmında </a:t>
            </a:r>
            <a:r>
              <a:rPr lang="tr-TR" dirty="0" err="1" smtClean="0"/>
              <a:t>Constraint</a:t>
            </a:r>
            <a:r>
              <a:rPr lang="tr-TR" dirty="0" smtClean="0"/>
              <a:t> </a:t>
            </a:r>
            <a:r>
              <a:rPr lang="tr-TR" dirty="0" err="1" smtClean="0"/>
              <a:t>Widget</a:t>
            </a:r>
            <a:r>
              <a:rPr lang="tr-TR" dirty="0" smtClean="0"/>
              <a:t> soldan ve sağdan 32 seçilirken; </a:t>
            </a:r>
            <a:r>
              <a:rPr lang="tr-TR" dirty="0" err="1" smtClean="0"/>
              <a:t>layout</a:t>
            </a:r>
            <a:r>
              <a:rPr lang="tr-TR" dirty="0" smtClean="0"/>
              <a:t> </a:t>
            </a:r>
            <a:r>
              <a:rPr lang="tr-TR" dirty="0" err="1" smtClean="0"/>
              <a:t>width</a:t>
            </a:r>
            <a:r>
              <a:rPr lang="tr-TR" dirty="0" smtClean="0"/>
              <a:t> ‘0dp </a:t>
            </a:r>
            <a:r>
              <a:rPr lang="tr-TR" dirty="0" err="1" smtClean="0"/>
              <a:t>match</a:t>
            </a:r>
            <a:r>
              <a:rPr lang="tr-TR" dirty="0" smtClean="0"/>
              <a:t> </a:t>
            </a:r>
            <a:r>
              <a:rPr lang="tr-TR" dirty="0" err="1" smtClean="0"/>
              <a:t>constraints</a:t>
            </a:r>
            <a:r>
              <a:rPr lang="tr-TR" dirty="0" smtClean="0"/>
              <a:t>’ seçilir.</a:t>
            </a:r>
          </a:p>
          <a:p>
            <a:pPr marL="109728" indent="0" algn="just">
              <a:buNone/>
            </a:pPr>
            <a:endParaRPr lang="tr-TR" dirty="0"/>
          </a:p>
        </p:txBody>
      </p:sp>
    </p:spTree>
    <p:extLst>
      <p:ext uri="{BB962C8B-B14F-4D97-AF65-F5344CB8AC3E}">
        <p14:creationId xmlns:p14="http://schemas.microsoft.com/office/powerpoint/2010/main" val="3561789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5" name="İçerik Yer Tutucusu 4"/>
          <p:cNvPicPr>
            <a:picLocks noGrp="1" noChangeAspect="1"/>
          </p:cNvPicPr>
          <p:nvPr>
            <p:ph idx="1"/>
          </p:nvPr>
        </p:nvPicPr>
        <p:blipFill>
          <a:blip r:embed="rId3"/>
          <a:stretch>
            <a:fillRect/>
          </a:stretch>
        </p:blipFill>
        <p:spPr>
          <a:xfrm>
            <a:off x="609600" y="2357839"/>
            <a:ext cx="10972800" cy="4107648"/>
          </a:xfrm>
          <a:prstGeom prst="rect">
            <a:avLst/>
          </a:prstGeom>
        </p:spPr>
      </p:pic>
    </p:spTree>
    <p:extLst>
      <p:ext uri="{BB962C8B-B14F-4D97-AF65-F5344CB8AC3E}">
        <p14:creationId xmlns:p14="http://schemas.microsoft.com/office/powerpoint/2010/main" val="1134072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err="1" smtClean="0"/>
              <a:t>Android</a:t>
            </a:r>
            <a:r>
              <a:rPr lang="tr-TR" dirty="0" smtClean="0"/>
              <a:t> </a:t>
            </a:r>
            <a:r>
              <a:rPr lang="tr-TR" dirty="0" err="1" smtClean="0"/>
              <a:t>Studio’da</a:t>
            </a:r>
            <a:r>
              <a:rPr lang="tr-TR" dirty="0" smtClean="0"/>
              <a:t> sağ üstten </a:t>
            </a:r>
            <a:r>
              <a:rPr lang="tr-TR" dirty="0" err="1" smtClean="0"/>
              <a:t>Split</a:t>
            </a:r>
            <a:r>
              <a:rPr lang="tr-TR" dirty="0" smtClean="0"/>
              <a:t> görünümüne geçilerek hem XML kodları hem de dizayn kısmı görüntülenebilir. Burada </a:t>
            </a:r>
            <a:r>
              <a:rPr lang="tr-TR" dirty="0" err="1" smtClean="0"/>
              <a:t>herbir</a:t>
            </a:r>
            <a:r>
              <a:rPr lang="tr-TR" dirty="0" smtClean="0"/>
              <a:t> görünüme(burada görünümden kasıt </a:t>
            </a:r>
            <a:r>
              <a:rPr lang="tr-TR" dirty="0" err="1" smtClean="0"/>
              <a:t>button</a:t>
            </a:r>
            <a:r>
              <a:rPr lang="tr-TR" dirty="0" smtClean="0"/>
              <a:t>, </a:t>
            </a:r>
            <a:r>
              <a:rPr lang="tr-TR" dirty="0" err="1" smtClean="0"/>
              <a:t>TextView</a:t>
            </a:r>
            <a:r>
              <a:rPr lang="tr-TR" dirty="0" smtClean="0"/>
              <a:t> vb. </a:t>
            </a:r>
            <a:r>
              <a:rPr lang="tr-TR" dirty="0" err="1" smtClean="0"/>
              <a:t>dir</a:t>
            </a:r>
            <a:r>
              <a:rPr lang="tr-TR" dirty="0" smtClean="0"/>
              <a:t>) karşılık gelen XML kodu görüntülenir. XML kodunun 2. satırında ise </a:t>
            </a:r>
            <a:r>
              <a:rPr lang="tr-TR" dirty="0" err="1" smtClean="0"/>
              <a:t>ConstraintLayout</a:t>
            </a:r>
            <a:r>
              <a:rPr lang="tr-TR" dirty="0" smtClean="0"/>
              <a:t> kullanıldığı görülür. Eğer görünümleri sadece yatayda veya dikeyde hizalamak istersek </a:t>
            </a:r>
            <a:r>
              <a:rPr lang="tr-TR" dirty="0" err="1" smtClean="0"/>
              <a:t>LinearLayout’ta</a:t>
            </a:r>
            <a:r>
              <a:rPr lang="tr-TR" dirty="0" smtClean="0"/>
              <a:t> kullanabiliriz.</a:t>
            </a:r>
          </a:p>
          <a:p>
            <a:pPr marL="109728" indent="0" algn="just">
              <a:buNone/>
            </a:pPr>
            <a:endParaRPr lang="tr-TR" dirty="0"/>
          </a:p>
        </p:txBody>
      </p:sp>
    </p:spTree>
    <p:extLst>
      <p:ext uri="{BB962C8B-B14F-4D97-AF65-F5344CB8AC3E}">
        <p14:creationId xmlns:p14="http://schemas.microsoft.com/office/powerpoint/2010/main" val="2844127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5" name="İçerik Yer Tutucusu 4"/>
          <p:cNvPicPr>
            <a:picLocks noGrp="1" noChangeAspect="1"/>
          </p:cNvPicPr>
          <p:nvPr>
            <p:ph idx="1"/>
          </p:nvPr>
        </p:nvPicPr>
        <p:blipFill>
          <a:blip r:embed="rId3"/>
          <a:stretch>
            <a:fillRect/>
          </a:stretch>
        </p:blipFill>
        <p:spPr>
          <a:xfrm>
            <a:off x="2514261" y="2249488"/>
            <a:ext cx="7163478" cy="4324350"/>
          </a:xfrm>
          <a:prstGeom prst="rect">
            <a:avLst/>
          </a:prstGeom>
        </p:spPr>
      </p:pic>
    </p:spTree>
    <p:extLst>
      <p:ext uri="{BB962C8B-B14F-4D97-AF65-F5344CB8AC3E}">
        <p14:creationId xmlns:p14="http://schemas.microsoft.com/office/powerpoint/2010/main" val="42072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Eğer görünümleri sadece yatay ve dikey olarak hizalamak istersek ‘</a:t>
            </a:r>
            <a:r>
              <a:rPr lang="tr-TR" dirty="0" err="1" smtClean="0"/>
              <a:t>Linear</a:t>
            </a:r>
            <a:r>
              <a:rPr lang="tr-TR" dirty="0" smtClean="0"/>
              <a:t> </a:t>
            </a:r>
            <a:r>
              <a:rPr lang="tr-TR" dirty="0" err="1" smtClean="0"/>
              <a:t>Layout</a:t>
            </a:r>
            <a:r>
              <a:rPr lang="tr-TR" dirty="0" smtClean="0"/>
              <a:t>’ güzel bir seçenektir. </a:t>
            </a:r>
            <a:r>
              <a:rPr lang="tr-TR" dirty="0" err="1" smtClean="0"/>
              <a:t>Constraint</a:t>
            </a:r>
            <a:r>
              <a:rPr lang="tr-TR" dirty="0" smtClean="0"/>
              <a:t> </a:t>
            </a:r>
            <a:r>
              <a:rPr lang="tr-TR" dirty="0" err="1" smtClean="0"/>
              <a:t>Layotu</a:t>
            </a:r>
            <a:r>
              <a:rPr lang="tr-TR" dirty="0" smtClean="0"/>
              <a:t> ve </a:t>
            </a:r>
            <a:r>
              <a:rPr lang="tr-TR" dirty="0" err="1" smtClean="0"/>
              <a:t>Linear</a:t>
            </a:r>
            <a:r>
              <a:rPr lang="tr-TR" dirty="0" smtClean="0"/>
              <a:t> </a:t>
            </a:r>
            <a:r>
              <a:rPr lang="tr-TR" dirty="0" err="1" smtClean="0"/>
              <a:t>Layout</a:t>
            </a:r>
            <a:r>
              <a:rPr lang="tr-TR" dirty="0" smtClean="0"/>
              <a:t> iç içe kullanılabilir. </a:t>
            </a:r>
            <a:r>
              <a:rPr lang="tr-TR" dirty="0" err="1" smtClean="0"/>
              <a:t>Linear</a:t>
            </a:r>
            <a:r>
              <a:rPr lang="tr-TR" dirty="0" smtClean="0"/>
              <a:t> </a:t>
            </a:r>
            <a:r>
              <a:rPr lang="tr-TR" dirty="0" err="1" smtClean="0"/>
              <a:t>Layout</a:t>
            </a:r>
            <a:r>
              <a:rPr lang="tr-TR" dirty="0" smtClean="0"/>
              <a:t> için </a:t>
            </a:r>
            <a:r>
              <a:rPr lang="tr-TR" dirty="0" err="1" smtClean="0"/>
              <a:t>layout_width</a:t>
            </a:r>
            <a:r>
              <a:rPr lang="tr-TR" dirty="0" smtClean="0"/>
              <a:t> ve </a:t>
            </a:r>
            <a:r>
              <a:rPr lang="tr-TR" dirty="0" err="1" smtClean="0"/>
              <a:t>layout_height</a:t>
            </a:r>
            <a:r>
              <a:rPr lang="tr-TR" dirty="0" smtClean="0"/>
              <a:t> özellikleri verilmek zorundadır. Bu özellikler için ‘</a:t>
            </a:r>
            <a:r>
              <a:rPr lang="tr-TR" dirty="0" err="1" smtClean="0"/>
              <a:t>match_parent</a:t>
            </a:r>
            <a:r>
              <a:rPr lang="tr-TR" dirty="0" smtClean="0"/>
              <a:t>’ kaplayabildiği kadar alan kaplasın anlamına gelirken ‘</a:t>
            </a:r>
            <a:r>
              <a:rPr lang="tr-TR" dirty="0" err="1" smtClean="0"/>
              <a:t>wrap_content</a:t>
            </a:r>
            <a:r>
              <a:rPr lang="tr-TR" dirty="0" smtClean="0"/>
              <a:t>’ içindeki elemanlar kadar yer kaplasın anlamına gelir. </a:t>
            </a:r>
            <a:r>
              <a:rPr lang="tr-TR" dirty="0" err="1" smtClean="0"/>
              <a:t>Linear</a:t>
            </a:r>
            <a:r>
              <a:rPr lang="tr-TR" dirty="0" smtClean="0"/>
              <a:t> </a:t>
            </a:r>
            <a:r>
              <a:rPr lang="tr-TR" dirty="0" err="1" smtClean="0"/>
              <a:t>Layout</a:t>
            </a:r>
            <a:r>
              <a:rPr lang="tr-TR" dirty="0" smtClean="0"/>
              <a:t> için </a:t>
            </a:r>
            <a:r>
              <a:rPr lang="tr-TR" dirty="0" err="1" smtClean="0"/>
              <a:t>orientation</a:t>
            </a:r>
            <a:r>
              <a:rPr lang="tr-TR" dirty="0" smtClean="0"/>
              <a:t> ise içindeki elemanların yatay mı dikey mi sıralanacağını belirtir.</a:t>
            </a:r>
          </a:p>
          <a:p>
            <a:pPr marL="109728" indent="0" algn="just">
              <a:buNone/>
            </a:pPr>
            <a:endParaRPr lang="tr-TR" dirty="0"/>
          </a:p>
        </p:txBody>
      </p:sp>
    </p:spTree>
    <p:extLst>
      <p:ext uri="{BB962C8B-B14F-4D97-AF65-F5344CB8AC3E}">
        <p14:creationId xmlns:p14="http://schemas.microsoft.com/office/powerpoint/2010/main" val="1021806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pic>
        <p:nvPicPr>
          <p:cNvPr id="4" name="İçerik Yer Tutucusu 3"/>
          <p:cNvPicPr>
            <a:picLocks noGrp="1" noChangeAspect="1"/>
          </p:cNvPicPr>
          <p:nvPr>
            <p:ph idx="1"/>
          </p:nvPr>
        </p:nvPicPr>
        <p:blipFill>
          <a:blip r:embed="rId3"/>
          <a:stretch>
            <a:fillRect/>
          </a:stretch>
        </p:blipFill>
        <p:spPr>
          <a:xfrm>
            <a:off x="2446175" y="2249488"/>
            <a:ext cx="7299650" cy="4324350"/>
          </a:xfrm>
          <a:prstGeom prst="rect">
            <a:avLst/>
          </a:prstGeom>
        </p:spPr>
      </p:pic>
    </p:spTree>
    <p:extLst>
      <p:ext uri="{BB962C8B-B14F-4D97-AF65-F5344CB8AC3E}">
        <p14:creationId xmlns:p14="http://schemas.microsoft.com/office/powerpoint/2010/main" val="92513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p:cNvSpPr>
            <a:spLocks noGrp="1"/>
          </p:cNvSpPr>
          <p:nvPr>
            <p:ph type="title"/>
          </p:nvPr>
        </p:nvSpPr>
        <p:spPr/>
        <p:txBody>
          <a:bodyPr rtlCol="0"/>
          <a:lstStyle/>
          <a:p>
            <a:pPr rtl="0"/>
            <a:r>
              <a:rPr lang="tr-TR" dirty="0" smtClean="0"/>
              <a:t>ANDROİD STUDİO</a:t>
            </a:r>
            <a:endParaRPr lang="tr-TR" dirty="0"/>
          </a:p>
        </p:txBody>
      </p:sp>
      <p:sp>
        <p:nvSpPr>
          <p:cNvPr id="3" name="İçerik Yer Tutucusu 2"/>
          <p:cNvSpPr>
            <a:spLocks noGrp="1"/>
          </p:cNvSpPr>
          <p:nvPr>
            <p:ph idx="1"/>
          </p:nvPr>
        </p:nvSpPr>
        <p:spPr/>
        <p:txBody>
          <a:bodyPr rtlCol="0">
            <a:normAutofit/>
          </a:bodyPr>
          <a:lstStyle/>
          <a:p>
            <a:pPr algn="just"/>
            <a:r>
              <a:rPr lang="tr-TR" dirty="0" smtClean="0"/>
              <a:t>Bunlar dışında ‘</a:t>
            </a:r>
            <a:r>
              <a:rPr lang="tr-TR" dirty="0" err="1" smtClean="0"/>
              <a:t>Frame</a:t>
            </a:r>
            <a:r>
              <a:rPr lang="tr-TR" dirty="0" smtClean="0"/>
              <a:t> </a:t>
            </a:r>
            <a:r>
              <a:rPr lang="tr-TR" dirty="0" err="1" smtClean="0"/>
              <a:t>Layout</a:t>
            </a:r>
            <a:r>
              <a:rPr lang="tr-TR" dirty="0" smtClean="0"/>
              <a:t>’, ‘</a:t>
            </a:r>
            <a:r>
              <a:rPr lang="tr-TR" dirty="0" err="1" smtClean="0"/>
              <a:t>Relative</a:t>
            </a:r>
            <a:r>
              <a:rPr lang="tr-TR" dirty="0" smtClean="0"/>
              <a:t> </a:t>
            </a:r>
            <a:r>
              <a:rPr lang="tr-TR" dirty="0" err="1" smtClean="0"/>
              <a:t>Layout</a:t>
            </a:r>
            <a:r>
              <a:rPr lang="tr-TR" dirty="0" smtClean="0"/>
              <a:t>’ ve ‘</a:t>
            </a:r>
            <a:r>
              <a:rPr lang="tr-TR" dirty="0" err="1" smtClean="0"/>
              <a:t>Grid</a:t>
            </a:r>
            <a:r>
              <a:rPr lang="tr-TR" dirty="0" smtClean="0"/>
              <a:t> </a:t>
            </a:r>
            <a:r>
              <a:rPr lang="tr-TR" dirty="0" err="1" smtClean="0"/>
              <a:t>Layout</a:t>
            </a:r>
            <a:r>
              <a:rPr lang="tr-TR" dirty="0" smtClean="0"/>
              <a:t>’ gibi </a:t>
            </a:r>
            <a:r>
              <a:rPr lang="tr-TR" dirty="0" err="1" smtClean="0"/>
              <a:t>layout</a:t>
            </a:r>
            <a:r>
              <a:rPr lang="tr-TR" dirty="0" smtClean="0"/>
              <a:t> türleri de bulunmaktadır; ancak </a:t>
            </a:r>
            <a:r>
              <a:rPr lang="tr-TR" dirty="0" err="1" smtClean="0"/>
              <a:t>Constraint</a:t>
            </a:r>
            <a:r>
              <a:rPr lang="tr-TR" dirty="0" smtClean="0"/>
              <a:t> </a:t>
            </a:r>
            <a:r>
              <a:rPr lang="tr-TR" dirty="0" err="1" smtClean="0"/>
              <a:t>Layout</a:t>
            </a:r>
            <a:r>
              <a:rPr lang="tr-TR" dirty="0" smtClean="0"/>
              <a:t> ve </a:t>
            </a:r>
            <a:r>
              <a:rPr lang="tr-TR" dirty="0" err="1" smtClean="0"/>
              <a:t>Linear</a:t>
            </a:r>
            <a:r>
              <a:rPr lang="tr-TR" dirty="0" smtClean="0"/>
              <a:t> </a:t>
            </a:r>
            <a:r>
              <a:rPr lang="tr-TR" dirty="0" err="1" smtClean="0"/>
              <a:t>Layout</a:t>
            </a:r>
            <a:r>
              <a:rPr lang="tr-TR" dirty="0" smtClean="0"/>
              <a:t> pek çok durumda yeterli olmaktadır.</a:t>
            </a:r>
          </a:p>
          <a:p>
            <a:pPr marL="109728" indent="0" algn="just">
              <a:buNone/>
            </a:pPr>
            <a:endParaRPr lang="tr-TR" dirty="0"/>
          </a:p>
        </p:txBody>
      </p:sp>
    </p:spTree>
    <p:extLst>
      <p:ext uri="{BB962C8B-B14F-4D97-AF65-F5344CB8AC3E}">
        <p14:creationId xmlns:p14="http://schemas.microsoft.com/office/powerpoint/2010/main" val="3390641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Eğitim sunusu">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extLst>
    <a:ext uri="{05A4C25C-085E-4340-85A3-A5531E510DB2}">
      <thm15:themeFamily xmlns:thm15="http://schemas.microsoft.com/office/thememl/2012/main" name="Office_16225310_TF03460604" id="{F6EFC989-8B6A-426D-8CC8-42909735A4A0}" vid="{6F0D95CE-7106-4C3E-8D98-EE1220DA24E4}"/>
    </a:ext>
  </a:extLst>
</a:theme>
</file>

<file path=ppt/theme/theme2.xml><?xml version="1.0" encoding="utf-8"?>
<a:theme xmlns:a="http://schemas.openxmlformats.org/drawingml/2006/main" name="Ofis Teması">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is Teması">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Calibri">
      <a:maj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Eğitim sunusu</Template>
  <TotalTime>1523</TotalTime>
  <Words>2791</Words>
  <Application>Microsoft Office PowerPoint</Application>
  <PresentationFormat>Geniş ekran</PresentationFormat>
  <Paragraphs>180</Paragraphs>
  <Slides>37</Slides>
  <Notes>37</Notes>
  <HiddenSlides>0</HiddenSlides>
  <MMClips>0</MMClips>
  <ScaleCrop>false</ScaleCrop>
  <HeadingPairs>
    <vt:vector size="6" baseType="variant">
      <vt:variant>
        <vt:lpstr>Kullanılan Yazı Tipleri</vt:lpstr>
      </vt:variant>
      <vt:variant>
        <vt:i4>5</vt:i4>
      </vt:variant>
      <vt:variant>
        <vt:lpstr>Tema</vt:lpstr>
      </vt:variant>
      <vt:variant>
        <vt:i4>1</vt:i4>
      </vt:variant>
      <vt:variant>
        <vt:lpstr>Slayt Başlıkları</vt:lpstr>
      </vt:variant>
      <vt:variant>
        <vt:i4>37</vt:i4>
      </vt:variant>
    </vt:vector>
  </HeadingPairs>
  <TitlesOfParts>
    <vt:vector size="43" baseType="lpstr">
      <vt:lpstr>Arial</vt:lpstr>
      <vt:lpstr>Calibri</vt:lpstr>
      <vt:lpstr>Georgia</vt:lpstr>
      <vt:lpstr>JetBrains Mono</vt:lpstr>
      <vt:lpstr>Wingdings 2</vt:lpstr>
      <vt:lpstr>Eğitim sunusu</vt:lpstr>
      <vt:lpstr>Mobil Uygulama Geliştirme</vt:lpstr>
      <vt:lpstr>XML</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lpstr>ANDROİD STUDİO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Ağ ve Bilişim Güvenliği</dc:title>
  <dc:creator>ZaferS</dc:creator>
  <cp:lastModifiedBy>Zafer</cp:lastModifiedBy>
  <cp:revision>228</cp:revision>
  <dcterms:created xsi:type="dcterms:W3CDTF">2023-12-09T09:03:26Z</dcterms:created>
  <dcterms:modified xsi:type="dcterms:W3CDTF">2024-09-21T12:04:51Z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0x010100AA3F7D94069FF64A86F7DFF56D60E3BE</vt:lpwstr>
  </property>
</Properties>
</file>